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659f68c995843d0" /><Relationship Type="http://schemas.openxmlformats.org/officeDocument/2006/relationships/extended-properties" Target="/docProps/app.xml" Id="R214edfb8b88e42c4" /><Relationship Type="http://schemas.openxmlformats.org/officeDocument/2006/relationships/officeDocument" Target="/ppt/presentation.xml" Id="Rd8d7ef157efa44b9" /></Relationships>
</file>

<file path=ppt/presentation.xml><?xml version="1.0" encoding="utf-8"?>
<p:presentation xmlns:p="http://schemas.openxmlformats.org/presentationml/2006/main">
  <p:sldMasterIdLst>
    <p:sldMasterId xmlns:r="http://schemas.openxmlformats.org/officeDocument/2006/relationships" id="2147483648" r:id="R01e07c1dc9d74b52"/>
  </p:sldMasterIdLst>
  <p:notesMasterIdLst>
    <p:notesMasterId xmlns:r="http://schemas.openxmlformats.org/officeDocument/2006/relationships" r:id="R2b3fa1530b4c48e6"/>
  </p:notesMasterIdLst>
  <p:sldIdLst>
    <p:sldId xmlns:r="http://schemas.openxmlformats.org/officeDocument/2006/relationships" id="256" r:id="R0150d76555c34106"/>
    <p:sldId xmlns:r="http://schemas.openxmlformats.org/officeDocument/2006/relationships" id="257" r:id="Rec2f5ab410f5449b"/>
    <p:sldId xmlns:r="http://schemas.openxmlformats.org/officeDocument/2006/relationships" id="258" r:id="Rc17aff447bb44626"/>
    <p:sldId xmlns:r="http://schemas.openxmlformats.org/officeDocument/2006/relationships" id="259" r:id="R49673f34ea9b4df4"/>
    <p:sldId xmlns:r="http://schemas.openxmlformats.org/officeDocument/2006/relationships" id="260" r:id="R72d9cffc58ed4e35"/>
    <p:sldId xmlns:r="http://schemas.openxmlformats.org/officeDocument/2006/relationships" id="261" r:id="Rb812096f9aba4a0b"/>
    <p:sldId xmlns:r="http://schemas.openxmlformats.org/officeDocument/2006/relationships" id="262" r:id="Red120f29062147ec"/>
    <p:sldId xmlns:r="http://schemas.openxmlformats.org/officeDocument/2006/relationships" id="263" r:id="R1f8cd0827d8a499d"/>
    <p:sldId xmlns:r="http://schemas.openxmlformats.org/officeDocument/2006/relationships" id="264" r:id="Rae310d467d1b4ad3"/>
    <p:sldId xmlns:r="http://schemas.openxmlformats.org/officeDocument/2006/relationships" id="265" r:id="R67297aeeeb264aae"/>
    <p:sldId xmlns:r="http://schemas.openxmlformats.org/officeDocument/2006/relationships" id="266" r:id="R134dbc04004140ed"/>
    <p:sldId xmlns:r="http://schemas.openxmlformats.org/officeDocument/2006/relationships" id="267" r:id="R581ec02260464ccb"/>
    <p:sldId xmlns:r="http://schemas.openxmlformats.org/officeDocument/2006/relationships" id="268" r:id="Rf32e4d271a934f3f"/>
    <p:sldId xmlns:r="http://schemas.openxmlformats.org/officeDocument/2006/relationships" id="269" r:id="Rb94a052e94c640dd"/>
    <p:sldId xmlns:r="http://schemas.openxmlformats.org/officeDocument/2006/relationships" id="270" r:id="R6af3da6ea3a64665"/>
    <p:sldId xmlns:r="http://schemas.openxmlformats.org/officeDocument/2006/relationships" id="271" r:id="R0746318463d64d18"/>
  </p:sldIdLst>
  <p:sldSz cx="1143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6a0537af984f6b" /><Relationship Type="http://schemas.openxmlformats.org/officeDocument/2006/relationships/slideMaster" Target="/ppt/slideMasters/slideMaster1.xml" Id="R01e07c1dc9d74b52" /><Relationship Type="http://schemas.openxmlformats.org/officeDocument/2006/relationships/notesMaster" Target="/ppt/notesMasters/notesMaster1.xml" Id="R2b3fa1530b4c48e6" /><Relationship Type="http://schemas.openxmlformats.org/officeDocument/2006/relationships/presProps" Target="/ppt/presProps.xml" Id="R31fc5d5414a14542" /><Relationship Type="http://schemas.openxmlformats.org/officeDocument/2006/relationships/tableStyles" Target="/ppt/tableStyles.xml" Id="R049ebce905494f8b" /><Relationship Type="http://schemas.openxmlformats.org/officeDocument/2006/relationships/slide" Target="/ppt/slides/slide1.xml" Id="R0150d76555c34106" /><Relationship Type="http://schemas.openxmlformats.org/officeDocument/2006/relationships/slide" Target="/ppt/slides/slide2.xml" Id="Rec2f5ab410f5449b" /><Relationship Type="http://schemas.openxmlformats.org/officeDocument/2006/relationships/slide" Target="/ppt/slides/slide3.xml" Id="Rc17aff447bb44626" /><Relationship Type="http://schemas.openxmlformats.org/officeDocument/2006/relationships/slide" Target="/ppt/slides/slide4.xml" Id="R49673f34ea9b4df4" /><Relationship Type="http://schemas.openxmlformats.org/officeDocument/2006/relationships/slide" Target="/ppt/slides/slide5.xml" Id="R72d9cffc58ed4e35" /><Relationship Type="http://schemas.openxmlformats.org/officeDocument/2006/relationships/slide" Target="/ppt/slides/slide6.xml" Id="Rb812096f9aba4a0b" /><Relationship Type="http://schemas.openxmlformats.org/officeDocument/2006/relationships/slide" Target="/ppt/slides/slide7.xml" Id="Red120f29062147ec" /><Relationship Type="http://schemas.openxmlformats.org/officeDocument/2006/relationships/slide" Target="/ppt/slides/slide8.xml" Id="R1f8cd0827d8a499d" /><Relationship Type="http://schemas.openxmlformats.org/officeDocument/2006/relationships/slide" Target="/ppt/slides/slide9.xml" Id="Rae310d467d1b4ad3" /><Relationship Type="http://schemas.openxmlformats.org/officeDocument/2006/relationships/slide" Target="/ppt/slides/slide10.xml" Id="R67297aeeeb264aae" /><Relationship Type="http://schemas.openxmlformats.org/officeDocument/2006/relationships/slide" Target="/ppt/slides/slide11.xml" Id="R134dbc04004140ed" /><Relationship Type="http://schemas.openxmlformats.org/officeDocument/2006/relationships/slide" Target="/ppt/slides/slide12.xml" Id="R581ec02260464ccb" /><Relationship Type="http://schemas.openxmlformats.org/officeDocument/2006/relationships/slide" Target="/ppt/slides/slide13.xml" Id="Rf32e4d271a934f3f" /><Relationship Type="http://schemas.openxmlformats.org/officeDocument/2006/relationships/slide" Target="/ppt/slides/slide14.xml" Id="Rb94a052e94c640dd" /><Relationship Type="http://schemas.openxmlformats.org/officeDocument/2006/relationships/slide" Target="/ppt/slides/slide15.xml" Id="R6af3da6ea3a64665" /><Relationship Type="http://schemas.openxmlformats.org/officeDocument/2006/relationships/slide" Target="/ppt/slides/slide16.xml" Id="R0746318463d64d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5f18454ce548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Unicode MS"/>
        <a:ea typeface=""/>
        <a:cs typeface=""/>
      </a:majorFont>
      <a:minorFont>
        <a:latin typeface="Arial Unicode M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69a414040d42f2" /><Relationship Type="http://schemas.openxmlformats.org/officeDocument/2006/relationships/notesMaster" Target="/ppt/notesMasters/notesMaster1.xml" Id="Rc7011e7ae9cb44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60c509dbf2479a" /><Relationship Type="http://schemas.openxmlformats.org/officeDocument/2006/relationships/notesMaster" Target="/ppt/notesMasters/notesMaster1.xml" Id="R4a35629c546147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8b1ea04d04435d" /><Relationship Type="http://schemas.openxmlformats.org/officeDocument/2006/relationships/notesMaster" Target="/ppt/notesMasters/notesMaster1.xml" Id="R1bff360fdc1142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aee6f19522431d" /><Relationship Type="http://schemas.openxmlformats.org/officeDocument/2006/relationships/notesMaster" Target="/ppt/notesMasters/notesMaster1.xml" Id="R3f5da25fe74843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bdd63ea20b48dc" /><Relationship Type="http://schemas.openxmlformats.org/officeDocument/2006/relationships/notesMaster" Target="/ppt/notesMasters/notesMaster1.xml" Id="R33d3a89424b142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db4c248fca4f60" /><Relationship Type="http://schemas.openxmlformats.org/officeDocument/2006/relationships/notesMaster" Target="/ppt/notesMasters/notesMaster1.xml" Id="R1480c05ced8a40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c6053fdfd84c43" /><Relationship Type="http://schemas.openxmlformats.org/officeDocument/2006/relationships/notesMaster" Target="/ppt/notesMasters/notesMaster1.xml" Id="Rc49612a0eeb14f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57ffb5e65c4dad" /><Relationship Type="http://schemas.openxmlformats.org/officeDocument/2006/relationships/notesMaster" Target="/ppt/notesMasters/notesMaster1.xml" Id="Rab34154f99e644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d1df5a3ae914922" /><Relationship Type="http://schemas.openxmlformats.org/officeDocument/2006/relationships/notesMaster" Target="/ppt/notesMasters/notesMaster1.xml" Id="R2707bcc4a3484b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154cdb686e4618" /><Relationship Type="http://schemas.openxmlformats.org/officeDocument/2006/relationships/notesMaster" Target="/ppt/notesMasters/notesMaster1.xml" Id="R8505c9c625a345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a7b65915234e46" /><Relationship Type="http://schemas.openxmlformats.org/officeDocument/2006/relationships/notesMaster" Target="/ppt/notesMasters/notesMaster1.xml" Id="Rad9885137f15433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fdcf58a1b434a7c" /><Relationship Type="http://schemas.openxmlformats.org/officeDocument/2006/relationships/notesMaster" Target="/ppt/notesMasters/notesMaster1.xml" Id="Re4ca3f5950d4485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3a907e7de4f48aa" /><Relationship Type="http://schemas.openxmlformats.org/officeDocument/2006/relationships/notesMaster" Target="/ppt/notesMasters/notesMaster1.xml" Id="Ra2c657c473d94c3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d96d5fff22245bf" /><Relationship Type="http://schemas.openxmlformats.org/officeDocument/2006/relationships/notesMaster" Target="/ppt/notesMasters/notesMaster1.xml" Id="R974520dc209943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8f64c68d8414664" /><Relationship Type="http://schemas.openxmlformats.org/officeDocument/2006/relationships/notesMaster" Target="/ppt/notesMasters/notesMaster1.xml" Id="R05a48a4dd1ca470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a858935097443db" /><Relationship Type="http://schemas.openxmlformats.org/officeDocument/2006/relationships/notesMaster" Target="/ppt/notesMasters/notesMaster1.xml" Id="Rba1172078ad14e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project presentation with a final evidence cutoff of 30 October 2026 12:03 HKT. Validation closed and all four selections froze at 11:14 before independent held-out dispatch. The controller stopped with FileNotFoundError after 12 ended held-out attempts and one unresolved attempt. This is a final record of an incomplete experiment, not completion of the original protocol. Target 10 minutes plus 5 minutes Q&amp;A. Sources: deliverables/final-20261030-1203 and teacher project brief. Visual reference: Data Mining Week 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treats a production harness as a configurable system. We optimize supported exposed parameters rather than rewrite prompts or the harness loop. The teacher requires a fixed budget, declared failure treatment, fair baselines, and independent final evaluation.</a:t>
            </a:r>
          </a:p>
          <a:p xmlns:a="http://schemas.openxmlformats.org/drawingml/2006/main">
            <a:r>
              <a:t/>
            </a:r>
          </a:p>
          <a:p xmlns:a="http://schemas.openxmlformats.org/drawingml/2006/main">
            <a:r>
              <a:t>Sources: results/final-20261030-1203/audit.json; results/final-20261030-1203/aggregate-tables/method-coverage.csv; configs/ and the archived local protocol. Teacher brief P017–P030.</a:t>
            </a:r>
          </a:p>
          <a:p xmlns:a="http://schemas.openxmlformats.org/drawingml/2006/main">
            <a:r>
              <a:t>Suggested speaking time: 30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project design rationales, not empirical claims that Pi or gpt-5.4-mini is superior to other harnesses or models. The user had OpenAI API access and approved a total $60 budget. The same provider/model and skill condition are held fixed. Three public settings form the optimization surface. SkillsBench supplies task-specific environments, skills and native verifiers. The project uses a reproducible subset rather than claiming coverage of the full benchmark. Model snapshot recorded by the run: gpt-5.4-mini-2026-03-17.</a:t>
            </a:r>
          </a:p>
          <a:p xmlns:a="http://schemas.openxmlformats.org/drawingml/2006/main">
            <a:r>
              <a:t/>
            </a:r>
          </a:p>
          <a:p xmlns:a="http://schemas.openxmlformats.org/drawingml/2006/main">
            <a:r>
              <a:t>Sources: results/final-20261030-1203/audit.json; results/final-20261030-1203/aggregate-tables/method-coverage.csv; configs/ and the archived local protocol. Frozen protocol, runtime evidence and configurations.</a:t>
            </a:r>
          </a:p>
          <a:p xmlns:a="http://schemas.openxmlformats.org/drawingml/2006/main">
            <a:r>
              <a:t>Suggested speaking time: 40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predeclared subset of eight validation and eight held-out tasks, not the entire SkillsBench benchmark. The model, provider and skill condition are held fixed. Three settings with three levels each yield 27 configurations. Provider-side generation randomness is uncontrolled. Native environments, Skills, verifiers and timeouts are retained. Sources: configs/hpo_space.live-v2.json and results/final-20261030-1203/audit.json. Suggested speaking time: 35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IGBS initializes with the default, three single-parameter changes and three pair changes. The base method requires valid panels. In the deadline continuation, the separate adapter records full-coverage operational outcomes including declared exception penalties, while preserving measurement-validity flags. Adaptive proposals cycle pair, single and global routes, with fallback when local evidence or unseen neighbors are insufficient. The current run has five full coverage panels and a sixth partial panel. All recorded IGBS proposal origins are screening. No experiment here isolates an interaction-guidance contribution. BO includes SMAC acquisition maximization and internal random exploration after its initial design.</a:t>
            </a:r>
          </a:p>
          <a:p xmlns:a="http://schemas.openxmlformats.org/drawingml/2006/main">
            <a:r>
              <a:t/>
            </a:r>
          </a:p>
          <a:p xmlns:a="http://schemas.openxmlformats.org/drawingml/2006/main">
            <a:r>
              <a:t>Sources: results/final-20261030-1203/audit.json; results/final-20261030-1203/aggregate-tables/method-coverage.csv; configs/ and the archived local protocol. docs/restart_20261029/M4/README.md and snapshot origin records.</a:t>
            </a:r>
          </a:p>
          <a:p xmlns:a="http://schemas.openxmlformats.org/drawingml/2006/main">
            <a:r>
              <a:t>Suggested speaking time: 40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IGBS chooses an alternative level for each of three parameters using a dedicated seed, then evaluates 1 default + 3 single + 3 pair configurations. Single contrasts use y1-y0, pair contrasts use y11-y10-y01+y00 at the incumbent background. The task-paired mean is estimated over the same validation roster. The analyzer uses 2,000 group bootstrap resamples and the 0.95 quantile of absolute deviation as a radius. Routing weight is max(0,abs(delta)-radius-0.05), set to zero with fewer than 8 groups or leave-one-group stability below 0.8. Block weight is the RMS of available contrast weights. These weights are routing heuristics, not significance tests. Adaptive steps cycle pair, single, global. For positive weights, select among strongest eligible blocks, then sample an unseen local candidate. With zero/unknown weights, select uniformly among eligible blocks. With no unseen local neighbor, sample globally. Only the method’s own prior panels enter its history. The base implementation requires complete valid panels, while the deadline adapter accepts full-coverage operational outcomes including declared exception penalties without relabeling measurement validity. A pair-blind ablation exists in code but is not an experiment result in this campaign.</a:t>
            </a:r>
          </a:p>
          <a:p xmlns:a="http://schemas.openxmlformats.org/drawingml/2006/main">
            <a:r>
              <a:t/>
            </a:r>
          </a:p>
          <a:p xmlns:a="http://schemas.openxmlformats.org/drawingml/2006/main">
            <a:r>
              <a:t>Sources: results/final-20261030-1203/audit.json; results/final-20261030-1203/aggregate-tables/method-coverage.csv; configs/ and the archived local protocol. hpo/interaction_search.py and hpo/contrasts.py.</a:t>
            </a:r>
          </a:p>
          <a:p xmlns:a="http://schemas.openxmlformats.org/drawingml/2006/main">
            <a:r>
              <a:t>Suggested speaking time: 70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entry points: hpo/methods.py implements the baselines, hpo/interaction_search.py and hpo/contrasts.py implement IGBS, evaluation/live.py coordinates native evaluation, and scripts/restart_20261029/deadline_run.py runs the frozen deadline protocol. Completed tasks retain raw-result and request-journal seals. The revised deadline policy skips declared accounting exceptions while reserving uncertain costs; it does not relabel them as verified benchmark failures. All-method selection is frozen before held-out dispatch. Current snapshot has 151 ended attempts and 160 verified frozen-source hashes.</a:t>
            </a:r>
          </a:p>
          <a:p xmlns:a="http://schemas.openxmlformats.org/drawingml/2006/main">
            <a:r>
              <a:t/>
            </a:r>
          </a:p>
          <a:p xmlns:a="http://schemas.openxmlformats.org/drawingml/2006/main">
            <a:r>
              <a:t>Sources: results/final-20261030-1203/audit.json; results/final-20261030-1203/aggregate-tables/method-coverage.csv; configs/ and the archived local protocol. </a:t>
            </a:r>
          </a:p>
          <a:p xmlns:a="http://schemas.openxmlformats.org/drawingml/2006/main">
            <a:r>
              <a:t>Suggested speaking time: 40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ended 139 attempts: Default 8, Random 44, BO 44, IGBS 43. Measurement-valid 125, exceptions 14. Full coverage panels 1/5/5/5. Three earlier BO observations reused without rerun and charged once. Held-out 12 ended, 11 valid, 1 exception, plus one unresolved. Total 151 ended observations. Source: final audit and frozen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validation panels default-000, random-001, bo-002 and igbs-003. Default includes one accounting exception penalized under the predeclared operational policy. All selections were frozen together at 11:14 HKT before any held-out dispatch. BO and IGBS selected the identical medium/16384/4000 configuration. Scores 3/8 and 5/8 are separate single executions with uncontrolled provider randomness. They cannot establish discovery of distinct settings or adaptive IGBS improvement. Source: frozen-selection.json and final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left chart uses known cost estimates plus declared unknown-request reserves over common complete-panel support from $7.15150685 to $7.53589035 for Random, BO and IGBS. All three incumbent operational scores are 0.25 throughout this interval. The right chart uses known estimates alone over $2.15150685 to $4.03755405. BO increases from 0.25 to 0.375 at $3.51249765. This excludes unknown cost and cannot establish a fair ranking at equal actual paid spend. Domains intersect complete-panel endpoints only. No extension to partial candidates or the $16 cap is made. Default is a fixed 0.375 reference, including one exception penalty, with its own $3 cap. It is excluded from the domain intersection. Source: results/final-20261030-1203/aggregate-tables/common-budget-curves.csv. Suggested speaking time: 45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Descriptive partial held-out fractions with frozen settings and no feedback to search. Ended coverage is 3/8 for each method. Default has 2 valid measurements, both pass, and 1 accounting exception receives an operational penalty. Random 1/3 valid passes, BO 2/3, IGBS 3/3. Default organize-messy-files was dispatched but remains unresolved. The remaining 19 of 32 scheduled method-task pairs were never started. Missing and unresolved results are not zeros. Valid-only rates are conditional on measurement validity. Full 8-task pass@1 and validation-test gaps cannot be reported. Source: final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ended-observation ledger contains a $20.4248448 known estimate plus a $17 unknown-request reserve, for $37.4248448 committed. The remaining allocation is $22.5751552 within the $60 budget. Validation accounts for $19.6966446 known estimates and $16 reserve. Held-out execution accounts for $0.7282002 known estimates and $1 reserve. These are usage-pricing estimates and reservations, not an OpenAI invoice or wallet balance. The unresolved attempt has no provider setup marker or journal. Its raw result reports not_dispatched, zero model calls and zero actual cost, with cleanup verified. Its outcome remains unresolved and all existing reserves remain held. Full selected-configuration runtime and deployment break-even estimates are unavailable. Source: results/final-20261030-1203/audit.json. Suggested speaking time: 35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 panels bo-002 and bo-003 each have eight valid measurements. Cost estimates are $1.0628907 and $0.2538246, and summed wall times are 1933.044 and 723.873 seconds. The medium setting records 3/8 and the low setting 2/8, at 4.19 times the estimated cost. Each configuration was evaluated only once and provider randomness is uncontrolled. The final audit covers 151 ended attempts: all recorded settings, model and effort checks pass, while 136 attempts are measurement-valid. Six completed compactions occurred across five attempts, of which three are measurement-valid. The four frozen validation selections and all 12 ended held-out attempts have zero completed compactions. Configuring a parameter is distinct from exercising its mechanism. Source: results/final-20261030-1203/audit.json. Suggested speaking time: 45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retains validation comparisons between frozen selections. IGBS passes 3D scan and Mario where Default fails. No Default-pass and IGBS-fail validation case was observed, so that reverse category remains empty. Wyckoff supplies a reverse BO case, which cannot substitute for an IGBS case. Independent trace evidence: on econ-detrending-correlation, Random used hpfilter(...)[1], the trend, and submitted 0.99250. The passing Default used the cycle component and submitted 0.68885, within the native 0.001 tolerance. Random passed three of four tests. On JAX, Random used tanh(x @ Wx + h @ Wh + b), failing the numerical scan_rnn test while passing four of five tests. BO inspected errors, changed the recurrence to tanh(x @ Wx.T + h @ Wh.T + b), reran its solver, and passed all five tests. These traces explain individual numerical failures without attributing them causally to thinking level or search method. Local trajectory and verifier paths are documented in the report. Raw traces are excluded from the public package. Source: the final English report and results/final-20261030-1203/audit.json. Suggested speaking time: 40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artifact records an incomplete revised operational evaluation. All four winners were frozen before held-out dispatch. Only three of eight test attempts per method ended, and an additional Default attempt remains unresolved. Full eight-task test pass@1 and validation-test gaps are unavailable. The adaptive IGBS policy and pair-blind ablation were not exercised. Budget comparison is restricted to common complete-panel support. Unknown cost reserves remain separate from verified charges. A local GitHub submission package has been prepared without a push or publication. The English report lists every unmet requirement. Sources: results/final-20261030-1203/audit.json and docs/submission_requirements.md. Suggested speaking time: 20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compares the four frozen selections. Full task IDs, in row order: financial-modeling-qa, powerlifting-coef-calc, llm-prefix-cache-replay, bike-rebalance, 3d-scan-calc, crystallographic-wyckoff-position-analysis, mario-coin-counting, dapt-intrusion-detection. PASS/FAIL labels require measurement-valid attempts. Default bike-rebalance is an accounting exception, not a confirmed benchmark failure. BO and IGBS differ on Wyckoff and Mario despite identical configured settings.</a:t>
            </a:r>
          </a:p>
          <a:p xmlns:a="http://schemas.openxmlformats.org/drawingml/2006/main">
            <a:r>
              <a:t/>
            </a:r>
          </a:p>
          <a:p xmlns:a="http://schemas.openxmlformats.org/drawingml/2006/main">
            <a:r>
              <a:t>Sources: results/final-20261030-1203/audit.json; results/final-20261030-1203/aggregate-tables/method-coverage.csv; configs/ and the archived local protocol. </a:t>
            </a:r>
          </a:p>
          <a:p xmlns:a="http://schemas.openxmlformats.org/drawingml/2006/main">
            <a:r>
              <a:t>Suggested speaking time: Q&amp;A appendix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ab76cfb7d741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ded0e3497f407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ce39f04f0884fc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2bff7c402b74f7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a860b9f9e440c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5d90482f28746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6098EB-5845-474A-8C78-564F1749FB8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42094C0-C3B6-46B8-8447-F0D1120D6A3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7C3F083-06D0-49E6-8837-BC9FFF4B954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74346E-6D8B-47FB-999E-40EE6C6B2B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DD27C91-823E-4B4A-9C3C-F0DF931FD0E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24CE50-C45B-41F1-B987-7E78C49EFB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92EFA7-9601-4D2E-AB4D-5C10816446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802BAE3-2A71-4ABB-9B3D-A686AA518FA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884660-34CA-4ECC-829A-05D9CC18B8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5D5AD9-7DB4-4B49-A081-DC144CFBA4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1c7e9781324e82" /><Relationship Type="http://schemas.openxmlformats.org/officeDocument/2006/relationships/slideLayout" Target="/ppt/slideLayouts/slideLayout1.xml" Id="Rf627a0ca3fbd461a" /><Relationship Type="http://schemas.openxmlformats.org/officeDocument/2006/relationships/slideLayout" Target="/ppt/slideLayouts/slideLayout2.xml" Id="R69f123de56264d1e" /><Relationship Type="http://schemas.openxmlformats.org/officeDocument/2006/relationships/slideLayout" Target="/ppt/slideLayouts/slideLayout3.xml" Id="R77e915b1331741cb" /><Relationship Type="http://schemas.openxmlformats.org/officeDocument/2006/relationships/slideLayout" Target="/ppt/slideLayouts/slideLayout4.xml" Id="Rb21cbb88c1914317" /><Relationship Type="http://schemas.openxmlformats.org/officeDocument/2006/relationships/slideLayout" Target="/ppt/slideLayouts/slideLayout5.xml" Id="R96254848f95d4f54" /><Relationship Type="http://schemas.openxmlformats.org/officeDocument/2006/relationships/slideLayout" Target="/ppt/slideLayouts/slideLayout6.xml" Id="R57b80840dc2744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27a0ca3fbd461a"/>
    <p:sldLayoutId xmlns:r="http://schemas.openxmlformats.org/officeDocument/2006/relationships" id="2147483650" r:id="R69f123de56264d1e"/>
    <p:sldLayoutId xmlns:r="http://schemas.openxmlformats.org/officeDocument/2006/relationships" id="2147483651" r:id="R77e915b1331741cb"/>
    <p:sldLayoutId xmlns:r="http://schemas.openxmlformats.org/officeDocument/2006/relationships" id="2147483652" r:id="Rb21cbb88c1914317"/>
    <p:sldLayoutId xmlns:r="http://schemas.openxmlformats.org/officeDocument/2006/relationships" id="2147483653" r:id="R96254848f95d4f54"/>
    <p:sldLayoutId xmlns:r="http://schemas.openxmlformats.org/officeDocument/2006/relationships" id="2147483654" r:id="R57b80840dc2744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Unicode MS"/>
        <a:ea typeface=""/>
        <a:cs typeface=""/>
      </a:majorFont>
      <a:minorFont>
        <a:latin typeface="Arial Unicode M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e6a488c2ca4335" /><Relationship Type="http://schemas.openxmlformats.org/officeDocument/2006/relationships/notesSlide" Target="/ppt/notesSlides/notesSlide1.xml" Id="R01ba266c304b4b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bac6193df5946b0" /><Relationship Type="http://schemas.openxmlformats.org/officeDocument/2006/relationships/notesSlide" Target="/ppt/notesSlides/notesSlide2.xml" Id="R944168f9b9a744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8fb502c6baf4dc9" /><Relationship Type="http://schemas.openxmlformats.org/officeDocument/2006/relationships/notesSlide" Target="/ppt/notesSlides/notesSlide3.xml" Id="Ra7a170cb206845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ea98ff1e3784470" /><Relationship Type="http://schemas.openxmlformats.org/officeDocument/2006/relationships/notesSlide" Target="/ppt/notesSlides/notesSlide4.xml" Id="R4c3816d0c9fb4b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eb9774410a14fdb" /><Relationship Type="http://schemas.openxmlformats.org/officeDocument/2006/relationships/notesSlide" Target="/ppt/notesSlides/notesSlide5.xml" Id="R9a8bb6a435b44b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d3782ed43d94e3a" /><Relationship Type="http://schemas.openxmlformats.org/officeDocument/2006/relationships/notesSlide" Target="/ppt/notesSlides/notesSlide6.xml" Id="R08578331ad1e4d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0160806afdb4eb0" /><Relationship Type="http://schemas.openxmlformats.org/officeDocument/2006/relationships/notesSlide" Target="/ppt/notesSlides/notesSlide7.xml" Id="Ra3b3859eb37d42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c46907aa2d24e19" /><Relationship Type="http://schemas.openxmlformats.org/officeDocument/2006/relationships/notesSlide" Target="/ppt/notesSlides/notesSlide8.xml" Id="R103f4b497a6f4e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60335d72a33475f" /><Relationship Type="http://schemas.openxmlformats.org/officeDocument/2006/relationships/notesSlide" Target="/ppt/notesSlides/notesSlide9.xml" Id="Rc298f0bedf2349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c20e4cd57cb455a" /><Relationship Type="http://schemas.openxmlformats.org/officeDocument/2006/relationships/chart" Target="/ppt/slides/charts/chart1.xml" Id="R85e3b5544bf54d7e" /><Relationship Type="http://schemas.openxmlformats.org/officeDocument/2006/relationships/chart" Target="/ppt/slides/charts/chart2.xml" Id="Rea5f314ff80b44b7" /><Relationship Type="http://schemas.openxmlformats.org/officeDocument/2006/relationships/notesSlide" Target="/ppt/notesSlides/notesSlide10.xml" Id="Re5f75c18ec8343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c2db61cd3ee429d" /><Relationship Type="http://schemas.openxmlformats.org/officeDocument/2006/relationships/notesSlide" Target="/ppt/notesSlides/notesSlide11.xml" Id="R653c35a8195240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91dd1d78cf548a4" /><Relationship Type="http://schemas.openxmlformats.org/officeDocument/2006/relationships/notesSlide" Target="/ppt/notesSlides/notesSlide12.xml" Id="R4c1c0dc18f4f42a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522358667d44e9b" /><Relationship Type="http://schemas.openxmlformats.org/officeDocument/2006/relationships/notesSlide" Target="/ppt/notesSlides/notesSlide13.xml" Id="Rd69982a31bd74f1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d9c071a92b94bf9" /><Relationship Type="http://schemas.openxmlformats.org/officeDocument/2006/relationships/notesSlide" Target="/ppt/notesSlides/notesSlide14.xml" Id="Rfb6bb45e198242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404ffda4e1a400a" /><Relationship Type="http://schemas.openxmlformats.org/officeDocument/2006/relationships/notesSlide" Target="/ppt/notesSlides/notesSlide15.xml" Id="R7380298ea4f14fc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5eb6a50892c4896" /><Relationship Type="http://schemas.openxmlformats.org/officeDocument/2006/relationships/notesSlide" Target="/ppt/notesSlides/notesSlide16.xml" Id="R2a35cde29d75418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11111"/>
                </a:solidFill>
              </a:rPr>
              <a:t>Estimate + reserve</a:t>
            </a:r>
          </a:p>
        </c:rich>
      </c:tx>
      <c:overlay val="0"/>
      <c:txPr>
        <a:bodyPr xmlns:a="http://schemas.openxmlformats.org/drawingml/2006/main" anchorCtr="1"/>
        <a:lstStyle xmlns:a="http://schemas.openxmlformats.org/drawingml/2006/main"/>
        <a:p xmlns:a="http://schemas.openxmlformats.org/drawingml/2006/main">
          <a:pPr>
            <a:defRPr sz="1875">
              <a:solidFill>
                <a:srgbClr val="111111"/>
              </a:solidFill>
            </a:defRPr>
          </a:pPr>
        </a:p>
      </c:txPr>
    </c:title>
    <c:plotArea>
      <c:scatterChart>
        <c:scatterStyle val="lineMarker"/>
        <c:varyColors val="0"/>
        <c:ser>
          <c:idx val="0"/>
          <c:order val="0"/>
          <c:tx>
            <c:v>Default reference</c:v>
          </c:tx>
          <c:spPr>
            <a:ln xmlns:a="http://schemas.openxmlformats.org/drawingml/2006/main" w="23813">
              <a:solidFill>
                <a:srgbClr val="555555"/>
              </a:solidFill>
              <a:prstDash val="solid"/>
            </a:ln>
          </c:spPr>
          <c:marker>
            <c:symbol val="circle"/>
            <c:size val="4"/>
            <c:spPr>
              <a:solidFill xmlns:a="http://schemas.openxmlformats.org/drawingml/2006/main">
                <a:srgbClr val="555555"/>
              </a:solidFill>
            </c:spPr>
          </c:marker>
          <c:xVal>
            <c:numRef>
              <c:f>'Chart Data'!$A$2:$A$3</c:f>
              <c:numCache>
                <c:formatCode>General</c:formatCode>
                <c:ptCount val="2"/>
                <c:pt idx="0">
                  <c:v>7.15150685</c:v>
                </c:pt>
                <c:pt idx="1">
                  <c:v>7.53589035</c:v>
                </c:pt>
              </c:numCache>
            </c:numRef>
          </c:xVal>
          <c:yVal>
            <c:numRef>
              <c:f>'Chart Data'!$B$2:$B$3</c:f>
              <c:numCache>
                <c:formatCode>0%</c:formatCode>
                <c:ptCount val="2"/>
                <c:pt idx="0">
                  <c:v>0.375</c:v>
                </c:pt>
                <c:pt idx="1">
                  <c:v>0.375</c:v>
                </c:pt>
              </c:numCache>
            </c:numRef>
          </c:yVal>
        </c:ser>
        <c:ser>
          <c:idx val="1"/>
          <c:order val="1"/>
          <c:tx>
            <c:v>Random</c:v>
          </c:tx>
          <c:spPr>
            <a:ln xmlns:a="http://schemas.openxmlformats.org/drawingml/2006/main" w="23813">
              <a:solidFill>
                <a:srgbClr val="356A9A"/>
              </a:solidFill>
              <a:prstDash val="solid"/>
            </a:ln>
          </c:spPr>
          <c:marker>
            <c:symbol val="circle"/>
            <c:size val="4"/>
            <c:spPr>
              <a:solidFill xmlns:a="http://schemas.openxmlformats.org/drawingml/2006/main">
                <a:srgbClr val="356A9A"/>
              </a:solidFill>
            </c:spPr>
          </c:marker>
          <c:xVal>
            <c:numRef>
              <c:f>'Chart Data'!$C$2:$C$3</c:f>
              <c:numCache>
                <c:formatCode>General</c:formatCode>
                <c:ptCount val="2"/>
                <c:pt idx="0">
                  <c:v>7.15150685</c:v>
                </c:pt>
                <c:pt idx="1">
                  <c:v>7.53589035</c:v>
                </c:pt>
              </c:numCache>
            </c:numRef>
          </c:xVal>
          <c:yVal>
            <c:numRef>
              <c:f>'Chart Data'!$D$2:$D$3</c:f>
              <c:numCache>
                <c:formatCode>0%</c:formatCode>
                <c:ptCount val="2"/>
                <c:pt idx="0">
                  <c:v>0.25</c:v>
                </c:pt>
                <c:pt idx="1">
                  <c:v>0.25</c:v>
                </c:pt>
              </c:numCache>
            </c:numRef>
          </c:yVal>
        </c:ser>
        <c:ser>
          <c:idx val="2"/>
          <c:order val="2"/>
          <c:tx>
            <c:v>BO</c:v>
          </c:tx>
          <c:spPr>
            <a:ln xmlns:a="http://schemas.openxmlformats.org/drawingml/2006/main" w="23813">
              <a:solidFill>
                <a:srgbClr val="B17823"/>
              </a:solidFill>
              <a:prstDash val="solid"/>
            </a:ln>
          </c:spPr>
          <c:marker>
            <c:symbol val="circle"/>
            <c:size val="4"/>
            <c:spPr>
              <a:solidFill xmlns:a="http://schemas.openxmlformats.org/drawingml/2006/main">
                <a:srgbClr val="B17823"/>
              </a:solidFill>
            </c:spPr>
          </c:marker>
          <c:xVal>
            <c:numRef>
              <c:f>'Chart Data'!$E$2:$E$3</c:f>
              <c:numCache>
                <c:formatCode>General</c:formatCode>
                <c:ptCount val="2"/>
                <c:pt idx="0">
                  <c:v>7.15150685</c:v>
                </c:pt>
                <c:pt idx="1">
                  <c:v>7.53589035</c:v>
                </c:pt>
              </c:numCache>
            </c:numRef>
          </c:xVal>
          <c:yVal>
            <c:numRef>
              <c:f>'Chart Data'!$F$2:$F$3</c:f>
              <c:numCache>
                <c:formatCode>0%</c:formatCode>
                <c:ptCount val="2"/>
                <c:pt idx="0">
                  <c:v>0.25</c:v>
                </c:pt>
                <c:pt idx="1">
                  <c:v>0.25</c:v>
                </c:pt>
              </c:numCache>
            </c:numRef>
          </c:yVal>
        </c:ser>
        <c:ser>
          <c:idx val="3"/>
          <c:order val="3"/>
          <c:tx>
            <c:v>IGBS</c:v>
          </c:tx>
          <c:spPr>
            <a:ln xmlns:a="http://schemas.openxmlformats.org/drawingml/2006/main" w="23813">
              <a:solidFill>
                <a:srgbClr val="8B4A75"/>
              </a:solidFill>
              <a:prstDash val="solid"/>
            </a:ln>
          </c:spPr>
          <c:marker>
            <c:symbol val="circle"/>
            <c:size val="4"/>
            <c:spPr>
              <a:solidFill xmlns:a="http://schemas.openxmlformats.org/drawingml/2006/main">
                <a:srgbClr val="8B4A75"/>
              </a:solidFill>
            </c:spPr>
          </c:marker>
          <c:xVal>
            <c:numRef>
              <c:f>'Chart Data'!$G$2:$G$3</c:f>
              <c:numCache>
                <c:formatCode>General</c:formatCode>
                <c:ptCount val="2"/>
                <c:pt idx="0">
                  <c:v>7.15150685</c:v>
                </c:pt>
                <c:pt idx="1">
                  <c:v>7.53589035</c:v>
                </c:pt>
              </c:numCache>
            </c:numRef>
          </c:xVal>
          <c:yVal>
            <c:numRef>
              <c:f>'Chart Data'!$H$2:$H$3</c:f>
              <c:numCache>
                <c:formatCode>0%</c:formatCode>
                <c:ptCount val="2"/>
                <c:pt idx="0">
                  <c:v>0.25</c:v>
                </c:pt>
                <c:pt idx="1">
                  <c:v>0.25</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DADAE3"/>
              </a:solidFill>
            </a:ln>
          </c:spPr>
        </c:majorGridlines>
        <c:title>
          <c:tx>
            <c:rich>
              <a:bodyPr xmlns:a="http://schemas.openxmlformats.org/drawingml/2006/main"/>
              <a:lstStyle xmlns:a="http://schemas.openxmlformats.org/drawingml/2006/main"/>
              <a:p xmlns:a="http://schemas.openxmlformats.org/drawingml/2006/main">
                <a:r>
                  <a:rPr sz="1275"/>
                  <a:t>Best validation score</a:t>
                </a:r>
              </a:p>
            </c:rich>
          </c:tx>
          <c:overlay val="0"/>
          <c:txPr>
            <a:bodyPr xmlns:a="http://schemas.openxmlformats.org/drawingml/2006/main" anchorCtr="1"/>
            <a:lstStyle xmlns:a="http://schemas.openxmlformats.org/drawingml/2006/main"/>
            <a:p xmlns:a="http://schemas.openxmlformats.org/drawingml/2006/main">
              <a:pPr>
                <a:defRPr sz="1275"/>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defRPr>
            </a:pPr>
          </a:p>
        </c:txPr>
        <c:crossAx val="48650112"/>
        <c:majorUnit val="0.25"/>
      </c:valAx>
      <c:valAx>
        <c:axId val="48650112"/>
        <c:scaling>
          <c:orientation val="minMax"/>
          <c:max val="7.53589035"/>
          <c:min val="7.15150685"/>
        </c:scaling>
        <c:delete val="0"/>
        <c:axPos val="b"/>
        <c:title>
          <c:tx>
            <c:rich>
              <a:bodyPr xmlns:a="http://schemas.openxmlformats.org/drawingml/2006/main"/>
              <a:lstStyle xmlns:a="http://schemas.openxmlformats.org/drawingml/2006/main"/>
              <a:p xmlns:a="http://schemas.openxmlformats.org/drawingml/2006/main">
                <a:r>
                  <a:rPr sz="1500"/>
                  <a:t>Cumulative USD</a:t>
                </a:r>
              </a:p>
            </c:rich>
          </c:tx>
          <c:overlay val="0"/>
          <c:txPr>
            <a:bodyPr xmlns:a="http://schemas.openxmlformats.org/drawingml/2006/main" anchorCtr="1"/>
            <a:lstStyle xmlns:a="http://schemas.openxmlformats.org/drawingml/2006/main"/>
            <a:p xmlns:a="http://schemas.openxmlformats.org/drawingml/2006/main">
              <a:pPr>
                <a:defRPr sz="1500"/>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defRPr>
            </a:pPr>
          </a:p>
        </c:txPr>
        <c:crossAx val="48672768"/>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11111"/>
                </a:solidFill>
              </a:rPr>
              <a:t>Known estimate only</a:t>
            </a:r>
          </a:p>
        </c:rich>
      </c:tx>
      <c:overlay val="0"/>
      <c:txPr>
        <a:bodyPr xmlns:a="http://schemas.openxmlformats.org/drawingml/2006/main" anchorCtr="1"/>
        <a:lstStyle xmlns:a="http://schemas.openxmlformats.org/drawingml/2006/main"/>
        <a:p xmlns:a="http://schemas.openxmlformats.org/drawingml/2006/main">
          <a:pPr>
            <a:defRPr sz="1875">
              <a:solidFill>
                <a:srgbClr val="111111"/>
              </a:solidFill>
            </a:defRPr>
          </a:pPr>
        </a:p>
      </c:txPr>
    </c:title>
    <c:plotArea>
      <c:scatterChart>
        <c:scatterStyle val="lineMarker"/>
        <c:varyColors val="0"/>
        <c:ser>
          <c:idx val="0"/>
          <c:order val="0"/>
          <c:tx>
            <c:v>Default reference</c:v>
          </c:tx>
          <c:spPr>
            <a:ln xmlns:a="http://schemas.openxmlformats.org/drawingml/2006/main" w="23813">
              <a:solidFill>
                <a:srgbClr val="555555"/>
              </a:solidFill>
              <a:prstDash val="solid"/>
            </a:ln>
          </c:spPr>
          <c:marker>
            <c:symbol val="circle"/>
            <c:size val="4"/>
            <c:spPr>
              <a:solidFill xmlns:a="http://schemas.openxmlformats.org/drawingml/2006/main">
                <a:srgbClr val="555555"/>
              </a:solidFill>
            </c:spPr>
          </c:marker>
          <c:xVal>
            <c:numRef>
              <c:f>'Chart Data'!$A$2:$A$3</c:f>
              <c:numCache>
                <c:formatCode>General</c:formatCode>
                <c:ptCount val="2"/>
                <c:pt idx="0">
                  <c:v>2.15150685</c:v>
                </c:pt>
                <c:pt idx="1">
                  <c:v>4.03755405</c:v>
                </c:pt>
              </c:numCache>
            </c:numRef>
          </c:xVal>
          <c:yVal>
            <c:numRef>
              <c:f>'Chart Data'!$B$2:$B$3</c:f>
              <c:numCache>
                <c:formatCode>0%</c:formatCode>
                <c:ptCount val="2"/>
                <c:pt idx="0">
                  <c:v>0.375</c:v>
                </c:pt>
                <c:pt idx="1">
                  <c:v>0.375</c:v>
                </c:pt>
              </c:numCache>
            </c:numRef>
          </c:yVal>
        </c:ser>
        <c:ser>
          <c:idx val="1"/>
          <c:order val="1"/>
          <c:tx>
            <c:v>Random</c:v>
          </c:tx>
          <c:spPr>
            <a:ln xmlns:a="http://schemas.openxmlformats.org/drawingml/2006/main" w="23813">
              <a:solidFill>
                <a:srgbClr val="356A9A"/>
              </a:solidFill>
              <a:prstDash val="solid"/>
            </a:ln>
          </c:spPr>
          <c:marker>
            <c:symbol val="circle"/>
            <c:size val="4"/>
            <c:spPr>
              <a:solidFill xmlns:a="http://schemas.openxmlformats.org/drawingml/2006/main">
                <a:srgbClr val="356A9A"/>
              </a:solidFill>
            </c:spPr>
          </c:marker>
          <c:xVal>
            <c:numRef>
              <c:f>'Chart Data'!$C$2:$C$3</c:f>
              <c:numCache>
                <c:formatCode>General</c:formatCode>
                <c:ptCount val="2"/>
                <c:pt idx="0">
                  <c:v>2.15150685</c:v>
                </c:pt>
                <c:pt idx="1">
                  <c:v>4.03755405</c:v>
                </c:pt>
              </c:numCache>
            </c:numRef>
          </c:xVal>
          <c:yVal>
            <c:numRef>
              <c:f>'Chart Data'!$D$2:$D$3</c:f>
              <c:numCache>
                <c:formatCode>0%</c:formatCode>
                <c:ptCount val="2"/>
                <c:pt idx="0">
                  <c:v>0.25</c:v>
                </c:pt>
                <c:pt idx="1">
                  <c:v>0.25</c:v>
                </c:pt>
              </c:numCache>
            </c:numRef>
          </c:yVal>
        </c:ser>
        <c:ser>
          <c:idx val="2"/>
          <c:order val="2"/>
          <c:tx>
            <c:v>BO</c:v>
          </c:tx>
          <c:spPr>
            <a:ln xmlns:a="http://schemas.openxmlformats.org/drawingml/2006/main" w="23813">
              <a:solidFill>
                <a:srgbClr val="B17823"/>
              </a:solidFill>
              <a:prstDash val="solid"/>
            </a:ln>
          </c:spPr>
          <c:marker>
            <c:symbol val="circle"/>
            <c:size val="4"/>
            <c:spPr>
              <a:solidFill xmlns:a="http://schemas.openxmlformats.org/drawingml/2006/main">
                <a:srgbClr val="B17823"/>
              </a:solidFill>
            </c:spPr>
          </c:marker>
          <c:xVal>
            <c:numRef>
              <c:f>'Chart Data'!$E$2:$E$5</c:f>
              <c:numCache>
                <c:formatCode>General</c:formatCode>
                <c:ptCount val="4"/>
                <c:pt idx="0">
                  <c:v>2.15150685</c:v>
                </c:pt>
                <c:pt idx="1">
                  <c:v>3.51249765</c:v>
                </c:pt>
                <c:pt idx="2">
                  <c:v>3.51249765</c:v>
                </c:pt>
                <c:pt idx="3">
                  <c:v>4.03755405</c:v>
                </c:pt>
              </c:numCache>
            </c:numRef>
          </c:xVal>
          <c:yVal>
            <c:numRef>
              <c:f>'Chart Data'!$F$2:$F$5</c:f>
              <c:numCache>
                <c:formatCode>0%</c:formatCode>
                <c:ptCount val="4"/>
                <c:pt idx="0">
                  <c:v>0.25</c:v>
                </c:pt>
                <c:pt idx="1">
                  <c:v>0.25</c:v>
                </c:pt>
                <c:pt idx="2">
                  <c:v>0.375</c:v>
                </c:pt>
                <c:pt idx="3">
                  <c:v>0.375</c:v>
                </c:pt>
              </c:numCache>
            </c:numRef>
          </c:yVal>
        </c:ser>
        <c:ser>
          <c:idx val="3"/>
          <c:order val="3"/>
          <c:tx>
            <c:v>IGBS</c:v>
          </c:tx>
          <c:spPr>
            <a:ln xmlns:a="http://schemas.openxmlformats.org/drawingml/2006/main" w="23813">
              <a:solidFill>
                <a:srgbClr val="8B4A75"/>
              </a:solidFill>
              <a:prstDash val="solid"/>
            </a:ln>
          </c:spPr>
          <c:marker>
            <c:symbol val="circle"/>
            <c:size val="4"/>
            <c:spPr>
              <a:solidFill xmlns:a="http://schemas.openxmlformats.org/drawingml/2006/main">
                <a:srgbClr val="8B4A75"/>
              </a:solidFill>
            </c:spPr>
          </c:marker>
          <c:xVal>
            <c:numRef>
              <c:f>'Chart Data'!$G$2:$G$3</c:f>
              <c:numCache>
                <c:formatCode>General</c:formatCode>
                <c:ptCount val="2"/>
                <c:pt idx="0">
                  <c:v>2.15150685</c:v>
                </c:pt>
                <c:pt idx="1">
                  <c:v>4.03755405</c:v>
                </c:pt>
              </c:numCache>
            </c:numRef>
          </c:xVal>
          <c:yVal>
            <c:numRef>
              <c:f>'Chart Data'!$H$2:$H$3</c:f>
              <c:numCache>
                <c:formatCode>0%</c:formatCode>
                <c:ptCount val="2"/>
                <c:pt idx="0">
                  <c:v>0.25</c:v>
                </c:pt>
                <c:pt idx="1">
                  <c:v>0.25</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DADAE3"/>
              </a:solidFill>
            </a:ln>
          </c:spPr>
        </c:majorGridlines>
        <c:title>
          <c:tx>
            <c:rich>
              <a:bodyPr xmlns:a="http://schemas.openxmlformats.org/drawingml/2006/main"/>
              <a:lstStyle xmlns:a="http://schemas.openxmlformats.org/drawingml/2006/main"/>
              <a:p xmlns:a="http://schemas.openxmlformats.org/drawingml/2006/main">
                <a:r>
                  <a:rPr sz="1275"/>
                  <a:t>Best validation score</a:t>
                </a:r>
              </a:p>
            </c:rich>
          </c:tx>
          <c:overlay val="0"/>
          <c:txPr>
            <a:bodyPr xmlns:a="http://schemas.openxmlformats.org/drawingml/2006/main" anchorCtr="1"/>
            <a:lstStyle xmlns:a="http://schemas.openxmlformats.org/drawingml/2006/main"/>
            <a:p xmlns:a="http://schemas.openxmlformats.org/drawingml/2006/main">
              <a:pPr>
                <a:defRPr sz="1275"/>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defRPr>
            </a:pPr>
          </a:p>
        </c:txPr>
        <c:crossAx val="48650112"/>
        <c:majorUnit val="0.25"/>
      </c:valAx>
      <c:valAx>
        <c:axId val="48650112"/>
        <c:scaling>
          <c:orientation val="minMax"/>
          <c:max val="4.03755405"/>
          <c:min val="2.15150685"/>
        </c:scaling>
        <c:delete val="0"/>
        <c:axPos val="b"/>
        <c:title>
          <c:tx>
            <c:rich>
              <a:bodyPr xmlns:a="http://schemas.openxmlformats.org/drawingml/2006/main"/>
              <a:lstStyle xmlns:a="http://schemas.openxmlformats.org/drawingml/2006/main"/>
              <a:p xmlns:a="http://schemas.openxmlformats.org/drawingml/2006/main">
                <a:r>
                  <a:rPr sz="1500"/>
                  <a:t>Cumulative USD</a:t>
                </a:r>
              </a:p>
            </c:rich>
          </c:tx>
          <c:overlay val="0"/>
          <c:txPr>
            <a:bodyPr xmlns:a="http://schemas.openxmlformats.org/drawingml/2006/main" anchorCtr="1"/>
            <a:lstStyle xmlns:a="http://schemas.openxmlformats.org/drawingml/2006/main"/>
            <a:p xmlns:a="http://schemas.openxmlformats.org/drawingml/2006/main">
              <a:pPr>
                <a:defRPr sz="1500"/>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D34A19F-F7F7-4CFB-A484-7478DBE07FE6}"/>
              </a:ext>
            </a:extLst>
          </p:cNvPr>
          <p:cNvSpPr>
            <a:spLocks xmlns:a="http://schemas.openxmlformats.org/drawingml/2006/main" noGrp="1"/>
          </p:cNvSpPr>
          <p:nvPr/>
        </p:nvSpPr>
        <p:spPr>
          <a:xfrm xmlns:a="http://schemas.openxmlformats.org/drawingml/2006/main">
            <a:off x="0" y="0"/>
            <a:ext cx="11430000" cy="142875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D3EEB1-B2C8-4262-AB17-245E79C7907A}"/>
              </a:ext>
            </a:extLst>
          </p:cNvPr>
          <p:cNvSpPr>
            <a:spLocks xmlns:a="http://schemas.openxmlformats.org/drawingml/2006/main" noGrp="1"/>
          </p:cNvSpPr>
          <p:nvPr/>
        </p:nvSpPr>
        <p:spPr>
          <a:xfrm xmlns:a="http://schemas.openxmlformats.org/drawingml/2006/main">
            <a:off x="0" y="0"/>
            <a:ext cx="1428750" cy="857250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C383948-9B20-4873-9DB8-93BA25A07FD2}"/>
              </a:ext>
            </a:extLst>
          </p:cNvPr>
          <p:cNvSpPr>
            <a:spLocks xmlns:a="http://schemas.openxmlformats.org/drawingml/2006/main" noGrp="1"/>
          </p:cNvSpPr>
          <p:nvPr/>
        </p:nvSpPr>
        <p:spPr>
          <a:xfrm xmlns:a="http://schemas.openxmlformats.org/drawingml/2006/main">
            <a:off x="0" y="0"/>
            <a:ext cx="1428750" cy="1428750"/>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885D06B-48C8-4645-A56D-702F8F0AD965}"/>
              </a:ext>
            </a:extLst>
          </p:cNvPr>
          <p:cNvSpPr>
            <a:spLocks xmlns:a="http://schemas.openxmlformats.org/drawingml/2006/main" noGrp="1"/>
          </p:cNvSpPr>
          <p:nvPr/>
        </p:nvSpPr>
        <p:spPr>
          <a:xfrm xmlns:a="http://schemas.openxmlformats.org/drawingml/2006/main">
            <a:off x="1809750" y="2190750"/>
            <a:ext cx="9144000" cy="1095375"/>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E5C8D3B-476A-4A7F-A3B8-B3B74850C1A0}"/>
              </a:ext>
            </a:extLst>
          </p:cNvPr>
          <p:cNvSpPr>
            <a:spLocks xmlns:a="http://schemas.openxmlformats.org/drawingml/2006/main" noGrp="1"/>
          </p:cNvSpPr>
          <p:nvPr/>
        </p:nvSpPr>
        <p:spPr>
          <a:xfrm xmlns:a="http://schemas.openxmlformats.org/drawingml/2006/main">
            <a:off x="2021836" y="2266950"/>
            <a:ext cx="8724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0">
                <a:solidFill>
                  <a:srgbClr val="FFFFFF"/>
                </a:solidFill>
                <a:latin typeface="Arial Unicode MS"/>
                <a:ea typeface="Arial Unicode MS"/>
                <a:cs typeface="Arial Unicode MS"/>
              </a:defRPr>
            </a:defPPr>
            <a:lvl1pPr algn="ctr">
              <a:defRPr sz="2850" b="0">
                <a:solidFill>
                  <a:srgbClr val="FFFFFF"/>
                </a:solidFill>
                <a:latin typeface="Arial Unicode MS"/>
                <a:ea typeface="Arial Unicode MS"/>
                <a:cs typeface="Arial Unicode MS"/>
              </a:defRPr>
            </a:lvl1pPr>
            <a:lvl2pPr algn="ctr">
              <a:defRPr sz="2850" b="0">
                <a:solidFill>
                  <a:srgbClr val="FFFFFF"/>
                </a:solidFill>
                <a:latin typeface="Arial Unicode MS"/>
                <a:ea typeface="Arial Unicode MS"/>
                <a:cs typeface="Arial Unicode MS"/>
              </a:defRPr>
            </a:lvl2pPr>
            <a:lvl3pPr algn="ctr">
              <a:defRPr sz="2850" b="0">
                <a:solidFill>
                  <a:srgbClr val="FFFFFF"/>
                </a:solidFill>
                <a:latin typeface="Arial Unicode MS"/>
                <a:ea typeface="Arial Unicode MS"/>
                <a:cs typeface="Arial Unicode MS"/>
              </a:defRPr>
            </a:lvl3pPr>
            <a:lvl4pPr algn="ctr">
              <a:defRPr sz="2850" b="0">
                <a:solidFill>
                  <a:srgbClr val="FFFFFF"/>
                </a:solidFill>
                <a:latin typeface="Arial Unicode MS"/>
                <a:ea typeface="Arial Unicode MS"/>
                <a:cs typeface="Arial Unicode MS"/>
              </a:defRPr>
            </a:lvl4pPr>
            <a:lvl5pPr algn="ctr">
              <a:defRPr sz="2850" b="0">
                <a:solidFill>
                  <a:srgbClr val="FFFFFF"/>
                </a:solidFill>
                <a:latin typeface="Arial Unicode MS"/>
                <a:ea typeface="Arial Unicode MS"/>
                <a:cs typeface="Arial Unicode MS"/>
              </a:defRPr>
            </a:lvl5pPr>
            <a:lvl6pPr algn="ctr">
              <a:defRPr sz="2850" b="0">
                <a:solidFill>
                  <a:srgbClr val="FFFFFF"/>
                </a:solidFill>
                <a:latin typeface="Arial Unicode MS"/>
                <a:ea typeface="Arial Unicode MS"/>
                <a:cs typeface="Arial Unicode MS"/>
              </a:defRPr>
            </a:lvl6pPr>
            <a:lvl7pPr algn="ctr">
              <a:defRPr sz="2850" b="0">
                <a:solidFill>
                  <a:srgbClr val="FFFFFF"/>
                </a:solidFill>
                <a:latin typeface="Arial Unicode MS"/>
                <a:ea typeface="Arial Unicode MS"/>
                <a:cs typeface="Arial Unicode MS"/>
              </a:defRPr>
            </a:lvl7pPr>
            <a:lvl8pPr algn="ctr">
              <a:defRPr sz="2850" b="0">
                <a:solidFill>
                  <a:srgbClr val="FFFFFF"/>
                </a:solidFill>
                <a:latin typeface="Arial Unicode MS"/>
                <a:ea typeface="Arial Unicode MS"/>
                <a:cs typeface="Arial Unicode MS"/>
              </a:defRPr>
            </a:lvl8pPr>
            <a:lvl9pPr algn="ctr">
              <a:defRPr sz="2850" b="0">
                <a:solidFill>
                  <a:srgbClr val="FFFFFF"/>
                </a:solidFill>
                <a:latin typeface="Arial Unicode MS"/>
                <a:ea typeface="Arial Unicode MS"/>
                <a:cs typeface="Arial Unicode MS"/>
              </a:defRPr>
            </a:lvl9pPr>
          </a:lstStyle>
          <a:p xmlns:a="http://schemas.openxmlformats.org/drawingml/2006/main">
            <a:pPr algn="ctr">
              <a:defRPr sz="2850" b="0">
                <a:solidFill>
                  <a:srgbClr val="FFFFFF"/>
                </a:solidFill>
                <a:latin typeface="Arial Unicode MS"/>
                <a:ea typeface="Arial Unicode MS"/>
                <a:cs typeface="Arial Unicode MS"/>
              </a:defRPr>
            </a:pPr>
            <a:r>
              <a:rPr sz="2850" b="0">
                <a:solidFill>
                  <a:srgbClr val="FFFFFF"/>
                </a:solidFill>
                <a:latin typeface="Arial Unicode MS"/>
                <a:ea typeface="Arial Unicode MS"/>
                <a:cs typeface="Arial Unicode MS"/>
              </a:rPr>
              <a:t>Harness Hyperparameter Optimization</a:t>
            </a:r>
          </a:p>
        </p:txBody>
      </p:sp>
      <p:sp>
        <p:nvSpPr>
          <p:cNvPr id="7" name="">
            <a:extLst xmlns:a="http://schemas.openxmlformats.org/drawingml/2006/main">
              <a:ext uri="{FF2B5EF4-FFF2-40B4-BE49-F238E27FC236}">
                <a16:creationId xmlns:a16="http://schemas.microsoft.com/office/drawing/2014/main" id="{4E1B999E-D2E9-416F-9B3A-578780F6F0EC}"/>
              </a:ext>
            </a:extLst>
          </p:cNvPr>
          <p:cNvSpPr>
            <a:spLocks xmlns:a="http://schemas.openxmlformats.org/drawingml/2006/main" noGrp="1"/>
          </p:cNvSpPr>
          <p:nvPr/>
        </p:nvSpPr>
        <p:spPr>
          <a:xfrm xmlns:a="http://schemas.openxmlformats.org/drawingml/2006/main">
            <a:off x="2143125" y="3857625"/>
            <a:ext cx="838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400" b="0">
                <a:solidFill>
                  <a:srgbClr val="111111"/>
                </a:solidFill>
                <a:latin typeface="Arial Unicode MS"/>
                <a:ea typeface="Arial Unicode MS"/>
                <a:cs typeface="Arial Unicode MS"/>
              </a:defRPr>
            </a:defPPr>
            <a:lvl1pPr algn="ctr">
              <a:defRPr sz="2400" b="0">
                <a:solidFill>
                  <a:srgbClr val="111111"/>
                </a:solidFill>
                <a:latin typeface="Arial Unicode MS"/>
                <a:ea typeface="Arial Unicode MS"/>
                <a:cs typeface="Arial Unicode MS"/>
              </a:defRPr>
            </a:lvl1pPr>
            <a:lvl2pPr algn="ctr">
              <a:defRPr sz="2400" b="0">
                <a:solidFill>
                  <a:srgbClr val="111111"/>
                </a:solidFill>
                <a:latin typeface="Arial Unicode MS"/>
                <a:ea typeface="Arial Unicode MS"/>
                <a:cs typeface="Arial Unicode MS"/>
              </a:defRPr>
            </a:lvl2pPr>
            <a:lvl3pPr algn="ctr">
              <a:defRPr sz="2400" b="0">
                <a:solidFill>
                  <a:srgbClr val="111111"/>
                </a:solidFill>
                <a:latin typeface="Arial Unicode MS"/>
                <a:ea typeface="Arial Unicode MS"/>
                <a:cs typeface="Arial Unicode MS"/>
              </a:defRPr>
            </a:lvl3pPr>
            <a:lvl4pPr algn="ctr">
              <a:defRPr sz="2400" b="0">
                <a:solidFill>
                  <a:srgbClr val="111111"/>
                </a:solidFill>
                <a:latin typeface="Arial Unicode MS"/>
                <a:ea typeface="Arial Unicode MS"/>
                <a:cs typeface="Arial Unicode MS"/>
              </a:defRPr>
            </a:lvl4pPr>
            <a:lvl5pPr algn="ctr">
              <a:defRPr sz="2400" b="0">
                <a:solidFill>
                  <a:srgbClr val="111111"/>
                </a:solidFill>
                <a:latin typeface="Arial Unicode MS"/>
                <a:ea typeface="Arial Unicode MS"/>
                <a:cs typeface="Arial Unicode MS"/>
              </a:defRPr>
            </a:lvl5pPr>
            <a:lvl6pPr algn="ctr">
              <a:defRPr sz="2400" b="0">
                <a:solidFill>
                  <a:srgbClr val="111111"/>
                </a:solidFill>
                <a:latin typeface="Arial Unicode MS"/>
                <a:ea typeface="Arial Unicode MS"/>
                <a:cs typeface="Arial Unicode MS"/>
              </a:defRPr>
            </a:lvl6pPr>
            <a:lvl7pPr algn="ctr">
              <a:defRPr sz="2400" b="0">
                <a:solidFill>
                  <a:srgbClr val="111111"/>
                </a:solidFill>
                <a:latin typeface="Arial Unicode MS"/>
                <a:ea typeface="Arial Unicode MS"/>
                <a:cs typeface="Arial Unicode MS"/>
              </a:defRPr>
            </a:lvl7pPr>
            <a:lvl8pPr algn="ctr">
              <a:defRPr sz="2400" b="0">
                <a:solidFill>
                  <a:srgbClr val="111111"/>
                </a:solidFill>
                <a:latin typeface="Arial Unicode MS"/>
                <a:ea typeface="Arial Unicode MS"/>
                <a:cs typeface="Arial Unicode MS"/>
              </a:defRPr>
            </a:lvl8pPr>
            <a:lvl9pPr algn="ctr">
              <a:defRPr sz="2400" b="0">
                <a:solidFill>
                  <a:srgbClr val="111111"/>
                </a:solidFill>
                <a:latin typeface="Arial Unicode MS"/>
                <a:ea typeface="Arial Unicode MS"/>
                <a:cs typeface="Arial Unicode MS"/>
              </a:defRPr>
            </a:lvl9pPr>
          </a:lstStyle>
          <a:p xmlns:a="http://schemas.openxmlformats.org/drawingml/2006/main">
            <a:pPr algn="ctr">
              <a:defRPr sz="2400" b="0">
                <a:solidFill>
                  <a:srgbClr val="111111"/>
                </a:solidFill>
                <a:latin typeface="Arial Unicode MS"/>
                <a:ea typeface="Arial Unicode MS"/>
                <a:cs typeface="Arial Unicode MS"/>
              </a:defRPr>
            </a:pPr>
            <a:r>
              <a:rPr sz="2400" b="0">
                <a:solidFill>
                  <a:srgbClr val="111111"/>
                </a:solidFill>
                <a:latin typeface="Arial Unicode MS"/>
                <a:ea typeface="Arial Unicode MS"/>
                <a:cs typeface="Arial Unicode MS"/>
              </a:rPr>
              <a:t>EP6203 Group Project Presentation</a:t>
            </a:r>
          </a:p>
        </p:txBody>
      </p:sp>
      <p:sp>
        <p:nvSpPr>
          <p:cNvPr id="8" name="">
            <a:extLst xmlns:a="http://schemas.openxmlformats.org/drawingml/2006/main">
              <a:ext uri="{FF2B5EF4-FFF2-40B4-BE49-F238E27FC236}">
                <a16:creationId xmlns:a16="http://schemas.microsoft.com/office/drawing/2014/main" id="{591CBDAD-1888-41B3-B219-AD9905BEE421}"/>
              </a:ext>
            </a:extLst>
          </p:cNvPr>
          <p:cNvSpPr>
            <a:spLocks xmlns:a="http://schemas.openxmlformats.org/drawingml/2006/main" noGrp="1"/>
          </p:cNvSpPr>
          <p:nvPr/>
        </p:nvSpPr>
        <p:spPr>
          <a:xfrm xmlns:a="http://schemas.openxmlformats.org/drawingml/2006/main">
            <a:off x="2143125" y="4762500"/>
            <a:ext cx="838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0">
                <a:solidFill>
                  <a:srgbClr val="111111"/>
                </a:solidFill>
                <a:latin typeface="Arial Unicode MS"/>
                <a:ea typeface="Arial Unicode MS"/>
                <a:cs typeface="Arial Unicode MS"/>
              </a:defRPr>
            </a:defPPr>
            <a:lvl1pPr algn="ctr">
              <a:defRPr sz="1875" b="0">
                <a:solidFill>
                  <a:srgbClr val="111111"/>
                </a:solidFill>
                <a:latin typeface="Arial Unicode MS"/>
                <a:ea typeface="Arial Unicode MS"/>
                <a:cs typeface="Arial Unicode MS"/>
              </a:defRPr>
            </a:lvl1pPr>
            <a:lvl2pPr algn="ctr">
              <a:defRPr sz="1875" b="0">
                <a:solidFill>
                  <a:srgbClr val="111111"/>
                </a:solidFill>
                <a:latin typeface="Arial Unicode MS"/>
                <a:ea typeface="Arial Unicode MS"/>
                <a:cs typeface="Arial Unicode MS"/>
              </a:defRPr>
            </a:lvl2pPr>
            <a:lvl3pPr algn="ctr">
              <a:defRPr sz="1875" b="0">
                <a:solidFill>
                  <a:srgbClr val="111111"/>
                </a:solidFill>
                <a:latin typeface="Arial Unicode MS"/>
                <a:ea typeface="Arial Unicode MS"/>
                <a:cs typeface="Arial Unicode MS"/>
              </a:defRPr>
            </a:lvl3pPr>
            <a:lvl4pPr algn="ctr">
              <a:defRPr sz="1875" b="0">
                <a:solidFill>
                  <a:srgbClr val="111111"/>
                </a:solidFill>
                <a:latin typeface="Arial Unicode MS"/>
                <a:ea typeface="Arial Unicode MS"/>
                <a:cs typeface="Arial Unicode MS"/>
              </a:defRPr>
            </a:lvl4pPr>
            <a:lvl5pPr algn="ctr">
              <a:defRPr sz="1875" b="0">
                <a:solidFill>
                  <a:srgbClr val="111111"/>
                </a:solidFill>
                <a:latin typeface="Arial Unicode MS"/>
                <a:ea typeface="Arial Unicode MS"/>
                <a:cs typeface="Arial Unicode MS"/>
              </a:defRPr>
            </a:lvl5pPr>
            <a:lvl6pPr algn="ctr">
              <a:defRPr sz="1875" b="0">
                <a:solidFill>
                  <a:srgbClr val="111111"/>
                </a:solidFill>
                <a:latin typeface="Arial Unicode MS"/>
                <a:ea typeface="Arial Unicode MS"/>
                <a:cs typeface="Arial Unicode MS"/>
              </a:defRPr>
            </a:lvl6pPr>
            <a:lvl7pPr algn="ctr">
              <a:defRPr sz="1875" b="0">
                <a:solidFill>
                  <a:srgbClr val="111111"/>
                </a:solidFill>
                <a:latin typeface="Arial Unicode MS"/>
                <a:ea typeface="Arial Unicode MS"/>
                <a:cs typeface="Arial Unicode MS"/>
              </a:defRPr>
            </a:lvl7pPr>
            <a:lvl8pPr algn="ctr">
              <a:defRPr sz="1875" b="0">
                <a:solidFill>
                  <a:srgbClr val="111111"/>
                </a:solidFill>
                <a:latin typeface="Arial Unicode MS"/>
                <a:ea typeface="Arial Unicode MS"/>
                <a:cs typeface="Arial Unicode MS"/>
              </a:defRPr>
            </a:lvl8pPr>
            <a:lvl9pPr algn="ctr">
              <a:defRPr sz="1875" b="0">
                <a:solidFill>
                  <a:srgbClr val="111111"/>
                </a:solidFill>
                <a:latin typeface="Arial Unicode MS"/>
                <a:ea typeface="Arial Unicode MS"/>
                <a:cs typeface="Arial Unicode MS"/>
              </a:defRPr>
            </a:lvl9pPr>
          </a:lstStyle>
          <a:p xmlns:a="http://schemas.openxmlformats.org/drawingml/2006/main">
            <a:pPr algn="ctr">
              <a:defRPr sz="1875" b="0">
                <a:solidFill>
                  <a:srgbClr val="111111"/>
                </a:solidFill>
                <a:latin typeface="Arial Unicode MS"/>
                <a:ea typeface="Arial Unicode MS"/>
                <a:cs typeface="Arial Unicode MS"/>
              </a:defRPr>
            </a:pPr>
            <a:r>
              <a:rPr sz="1875" b="0">
                <a:solidFill>
                  <a:srgbClr val="111111"/>
                </a:solidFill>
                <a:latin typeface="Arial Unicode MS"/>
                <a:ea typeface="Arial Unicode MS"/>
                <a:cs typeface="Arial Unicode MS"/>
              </a:rPr>
              <a:t>Default, Random Search, Bayesian Optimization and IGBS</a:t>
            </a:r>
          </a:p>
        </p:txBody>
      </p:sp>
      <p:sp>
        <p:nvSpPr>
          <p:cNvPr id="9" name="">
            <a:extLst xmlns:a="http://schemas.openxmlformats.org/drawingml/2006/main">
              <a:ext uri="{FF2B5EF4-FFF2-40B4-BE49-F238E27FC236}">
                <a16:creationId xmlns:a16="http://schemas.microsoft.com/office/drawing/2014/main" id="{0F6B9EB5-DCAC-41EA-9E70-592D3AAF6757}"/>
              </a:ext>
            </a:extLst>
          </p:cNvPr>
          <p:cNvSpPr>
            <a:spLocks xmlns:a="http://schemas.openxmlformats.org/drawingml/2006/main" noGrp="1"/>
          </p:cNvSpPr>
          <p:nvPr/>
        </p:nvSpPr>
        <p:spPr>
          <a:xfrm xmlns:a="http://schemas.openxmlformats.org/drawingml/2006/main">
            <a:off x="2143125" y="6381750"/>
            <a:ext cx="838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0">
                <a:solidFill>
                  <a:srgbClr val="111111"/>
                </a:solidFill>
                <a:latin typeface="Arial Unicode MS"/>
                <a:ea typeface="Arial Unicode MS"/>
                <a:cs typeface="Arial Unicode MS"/>
              </a:defRPr>
            </a:defPPr>
            <a:lvl1pPr algn="ctr">
              <a:defRPr sz="1875" b="0">
                <a:solidFill>
                  <a:srgbClr val="111111"/>
                </a:solidFill>
                <a:latin typeface="Arial Unicode MS"/>
                <a:ea typeface="Arial Unicode MS"/>
                <a:cs typeface="Arial Unicode MS"/>
              </a:defRPr>
            </a:lvl1pPr>
            <a:lvl2pPr algn="ctr">
              <a:defRPr sz="1875" b="0">
                <a:solidFill>
                  <a:srgbClr val="111111"/>
                </a:solidFill>
                <a:latin typeface="Arial Unicode MS"/>
                <a:ea typeface="Arial Unicode MS"/>
                <a:cs typeface="Arial Unicode MS"/>
              </a:defRPr>
            </a:lvl2pPr>
            <a:lvl3pPr algn="ctr">
              <a:defRPr sz="1875" b="0">
                <a:solidFill>
                  <a:srgbClr val="111111"/>
                </a:solidFill>
                <a:latin typeface="Arial Unicode MS"/>
                <a:ea typeface="Arial Unicode MS"/>
                <a:cs typeface="Arial Unicode MS"/>
              </a:defRPr>
            </a:lvl3pPr>
            <a:lvl4pPr algn="ctr">
              <a:defRPr sz="1875" b="0">
                <a:solidFill>
                  <a:srgbClr val="111111"/>
                </a:solidFill>
                <a:latin typeface="Arial Unicode MS"/>
                <a:ea typeface="Arial Unicode MS"/>
                <a:cs typeface="Arial Unicode MS"/>
              </a:defRPr>
            </a:lvl4pPr>
            <a:lvl5pPr algn="ctr">
              <a:defRPr sz="1875" b="0">
                <a:solidFill>
                  <a:srgbClr val="111111"/>
                </a:solidFill>
                <a:latin typeface="Arial Unicode MS"/>
                <a:ea typeface="Arial Unicode MS"/>
                <a:cs typeface="Arial Unicode MS"/>
              </a:defRPr>
            </a:lvl5pPr>
            <a:lvl6pPr algn="ctr">
              <a:defRPr sz="1875" b="0">
                <a:solidFill>
                  <a:srgbClr val="111111"/>
                </a:solidFill>
                <a:latin typeface="Arial Unicode MS"/>
                <a:ea typeface="Arial Unicode MS"/>
                <a:cs typeface="Arial Unicode MS"/>
              </a:defRPr>
            </a:lvl6pPr>
            <a:lvl7pPr algn="ctr">
              <a:defRPr sz="1875" b="0">
                <a:solidFill>
                  <a:srgbClr val="111111"/>
                </a:solidFill>
                <a:latin typeface="Arial Unicode MS"/>
                <a:ea typeface="Arial Unicode MS"/>
                <a:cs typeface="Arial Unicode MS"/>
              </a:defRPr>
            </a:lvl7pPr>
            <a:lvl8pPr algn="ctr">
              <a:defRPr sz="1875" b="0">
                <a:solidFill>
                  <a:srgbClr val="111111"/>
                </a:solidFill>
                <a:latin typeface="Arial Unicode MS"/>
                <a:ea typeface="Arial Unicode MS"/>
                <a:cs typeface="Arial Unicode MS"/>
              </a:defRPr>
            </a:lvl8pPr>
            <a:lvl9pPr algn="ctr">
              <a:defRPr sz="1875" b="0">
                <a:solidFill>
                  <a:srgbClr val="111111"/>
                </a:solidFill>
                <a:latin typeface="Arial Unicode MS"/>
                <a:ea typeface="Arial Unicode MS"/>
                <a:cs typeface="Arial Unicode MS"/>
              </a:defRPr>
            </a:lvl9pPr>
          </a:lstStyle>
          <a:p xmlns:a="http://schemas.openxmlformats.org/drawingml/2006/main">
            <a:pPr algn="ctr">
              <a:defRPr sz="1875" b="0">
                <a:solidFill>
                  <a:srgbClr val="111111"/>
                </a:solidFill>
                <a:latin typeface="Arial Unicode MS"/>
                <a:ea typeface="Arial Unicode MS"/>
                <a:cs typeface="Arial Unicode MS"/>
              </a:defRPr>
            </a:pPr>
            <a:r>
              <a:rPr sz="1875" b="0">
                <a:solidFill>
                  <a:srgbClr val="111111"/>
                </a:solidFill>
                <a:latin typeface="Arial Unicode MS"/>
                <a:ea typeface="Arial Unicode MS"/>
                <a:cs typeface="Arial Unicode MS"/>
              </a:rPr>
              <a:t>Run ended: 30 October 2026, 12:03 HKT</a:t>
            </a:r>
          </a:p>
        </p:txBody>
      </p:sp>
      <p:sp>
        <p:nvSpPr>
          <p:cNvPr id="10" name="">
            <a:extLst xmlns:a="http://schemas.openxmlformats.org/drawingml/2006/main">
              <a:ext uri="{FF2B5EF4-FFF2-40B4-BE49-F238E27FC236}">
                <a16:creationId xmlns:a16="http://schemas.microsoft.com/office/drawing/2014/main" id="{30063E31-D4AA-405A-999D-E5679589EAD7}"/>
              </a:ext>
            </a:extLst>
          </p:cNvPr>
          <p:cNvSpPr>
            <a:spLocks xmlns:a="http://schemas.openxmlformats.org/drawingml/2006/main" noGrp="1"/>
          </p:cNvSpPr>
          <p:nvPr/>
        </p:nvSpPr>
        <p:spPr>
          <a:xfrm xmlns:a="http://schemas.openxmlformats.org/drawingml/2006/main">
            <a:off x="2143125" y="6953250"/>
            <a:ext cx="838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666666"/>
                </a:solidFill>
                <a:latin typeface="Arial Unicode MS"/>
                <a:ea typeface="Arial Unicode MS"/>
                <a:cs typeface="Arial Unicode MS"/>
              </a:defRPr>
            </a:defPPr>
            <a:lvl1pPr algn="ctr">
              <a:defRPr sz="1725" b="0">
                <a:solidFill>
                  <a:srgbClr val="666666"/>
                </a:solidFill>
                <a:latin typeface="Arial Unicode MS"/>
                <a:ea typeface="Arial Unicode MS"/>
                <a:cs typeface="Arial Unicode MS"/>
              </a:defRPr>
            </a:lvl1pPr>
            <a:lvl2pPr algn="ctr">
              <a:defRPr sz="1725" b="0">
                <a:solidFill>
                  <a:srgbClr val="666666"/>
                </a:solidFill>
                <a:latin typeface="Arial Unicode MS"/>
                <a:ea typeface="Arial Unicode MS"/>
                <a:cs typeface="Arial Unicode MS"/>
              </a:defRPr>
            </a:lvl2pPr>
            <a:lvl3pPr algn="ctr">
              <a:defRPr sz="1725" b="0">
                <a:solidFill>
                  <a:srgbClr val="666666"/>
                </a:solidFill>
                <a:latin typeface="Arial Unicode MS"/>
                <a:ea typeface="Arial Unicode MS"/>
                <a:cs typeface="Arial Unicode MS"/>
              </a:defRPr>
            </a:lvl3pPr>
            <a:lvl4pPr algn="ctr">
              <a:defRPr sz="1725" b="0">
                <a:solidFill>
                  <a:srgbClr val="666666"/>
                </a:solidFill>
                <a:latin typeface="Arial Unicode MS"/>
                <a:ea typeface="Arial Unicode MS"/>
                <a:cs typeface="Arial Unicode MS"/>
              </a:defRPr>
            </a:lvl4pPr>
            <a:lvl5pPr algn="ctr">
              <a:defRPr sz="1725" b="0">
                <a:solidFill>
                  <a:srgbClr val="666666"/>
                </a:solidFill>
                <a:latin typeface="Arial Unicode MS"/>
                <a:ea typeface="Arial Unicode MS"/>
                <a:cs typeface="Arial Unicode MS"/>
              </a:defRPr>
            </a:lvl5pPr>
            <a:lvl6pPr algn="ctr">
              <a:defRPr sz="1725" b="0">
                <a:solidFill>
                  <a:srgbClr val="666666"/>
                </a:solidFill>
                <a:latin typeface="Arial Unicode MS"/>
                <a:ea typeface="Arial Unicode MS"/>
                <a:cs typeface="Arial Unicode MS"/>
              </a:defRPr>
            </a:lvl6pPr>
            <a:lvl7pPr algn="ctr">
              <a:defRPr sz="1725" b="0">
                <a:solidFill>
                  <a:srgbClr val="666666"/>
                </a:solidFill>
                <a:latin typeface="Arial Unicode MS"/>
                <a:ea typeface="Arial Unicode MS"/>
                <a:cs typeface="Arial Unicode MS"/>
              </a:defRPr>
            </a:lvl7pPr>
            <a:lvl8pPr algn="ctr">
              <a:defRPr sz="1725" b="0">
                <a:solidFill>
                  <a:srgbClr val="666666"/>
                </a:solidFill>
                <a:latin typeface="Arial Unicode MS"/>
                <a:ea typeface="Arial Unicode MS"/>
                <a:cs typeface="Arial Unicode MS"/>
              </a:defRPr>
            </a:lvl8pPr>
            <a:lvl9pPr algn="ctr">
              <a:defRPr sz="1725" b="0">
                <a:solidFill>
                  <a:srgbClr val="666666"/>
                </a:solidFill>
                <a:latin typeface="Arial Unicode MS"/>
                <a:ea typeface="Arial Unicode MS"/>
                <a:cs typeface="Arial Unicode MS"/>
              </a:defRPr>
            </a:lvl9pPr>
          </a:lstStyle>
          <a:p xmlns:a="http://schemas.openxmlformats.org/drawingml/2006/main">
            <a:pPr algn="ctr">
              <a:defRPr sz="1725" b="0">
                <a:solidFill>
                  <a:srgbClr val="666666"/>
                </a:solidFill>
                <a:latin typeface="Arial Unicode MS"/>
                <a:ea typeface="Arial Unicode MS"/>
                <a:cs typeface="Arial Unicode MS"/>
              </a:defRPr>
            </a:pPr>
            <a:r>
              <a:rPr sz="1725" b="0">
                <a:solidFill>
                  <a:srgbClr val="666666"/>
                </a:solidFill>
                <a:latin typeface="Arial Unicode MS"/>
                <a:ea typeface="Arial Unicode MS"/>
                <a:cs typeface="Arial Unicode MS"/>
              </a:rPr>
              <a:t>Validation results and incomplete independent testing</a:t>
            </a:r>
          </a:p>
        </p:txBody>
      </p:sp>
      <p:sp>
        <p:nvSpPr>
          <p:cNvPr id="11" name="">
            <a:extLst xmlns:a="http://schemas.openxmlformats.org/drawingml/2006/main">
              <a:ext uri="{FF2B5EF4-FFF2-40B4-BE49-F238E27FC236}">
                <a16:creationId xmlns:a16="http://schemas.microsoft.com/office/drawing/2014/main" id="{A9B5F4C7-B5F8-4461-9AEB-323E48B6DC44}"/>
              </a:ext>
            </a:extLst>
          </p:cNvPr>
          <p:cNvSpPr>
            <a:spLocks xmlns:a="http://schemas.openxmlformats.org/drawingml/2006/main" noGrp="1"/>
          </p:cNvSpPr>
          <p:nvPr/>
        </p:nvSpPr>
        <p:spPr>
          <a:xfrm xmlns:a="http://schemas.openxmlformats.org/drawingml/2006/main">
            <a:off x="10001250" y="80962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777777"/>
                </a:solidFill>
                <a:latin typeface="Arial Unicode MS"/>
                <a:ea typeface="Arial Unicode MS"/>
                <a:cs typeface="Arial Unicode MS"/>
              </a:defRPr>
            </a:defPPr>
            <a:lvl1pPr algn="r">
              <a:defRPr sz="1200" b="0">
                <a:solidFill>
                  <a:srgbClr val="777777"/>
                </a:solidFill>
                <a:latin typeface="Arial Unicode MS"/>
                <a:ea typeface="Arial Unicode MS"/>
                <a:cs typeface="Arial Unicode MS"/>
              </a:defRPr>
            </a:lvl1pPr>
            <a:lvl2pPr algn="r">
              <a:defRPr sz="1200" b="0">
                <a:solidFill>
                  <a:srgbClr val="777777"/>
                </a:solidFill>
                <a:latin typeface="Arial Unicode MS"/>
                <a:ea typeface="Arial Unicode MS"/>
                <a:cs typeface="Arial Unicode MS"/>
              </a:defRPr>
            </a:lvl2pPr>
            <a:lvl3pPr algn="r">
              <a:defRPr sz="1200" b="0">
                <a:solidFill>
                  <a:srgbClr val="777777"/>
                </a:solidFill>
                <a:latin typeface="Arial Unicode MS"/>
                <a:ea typeface="Arial Unicode MS"/>
                <a:cs typeface="Arial Unicode MS"/>
              </a:defRPr>
            </a:lvl3pPr>
            <a:lvl4pPr algn="r">
              <a:defRPr sz="1200" b="0">
                <a:solidFill>
                  <a:srgbClr val="777777"/>
                </a:solidFill>
                <a:latin typeface="Arial Unicode MS"/>
                <a:ea typeface="Arial Unicode MS"/>
                <a:cs typeface="Arial Unicode MS"/>
              </a:defRPr>
            </a:lvl4pPr>
            <a:lvl5pPr algn="r">
              <a:defRPr sz="1200" b="0">
                <a:solidFill>
                  <a:srgbClr val="777777"/>
                </a:solidFill>
                <a:latin typeface="Arial Unicode MS"/>
                <a:ea typeface="Arial Unicode MS"/>
                <a:cs typeface="Arial Unicode MS"/>
              </a:defRPr>
            </a:lvl5pPr>
            <a:lvl6pPr algn="r">
              <a:defRPr sz="1200" b="0">
                <a:solidFill>
                  <a:srgbClr val="777777"/>
                </a:solidFill>
                <a:latin typeface="Arial Unicode MS"/>
                <a:ea typeface="Arial Unicode MS"/>
                <a:cs typeface="Arial Unicode MS"/>
              </a:defRPr>
            </a:lvl6pPr>
            <a:lvl7pPr algn="r">
              <a:defRPr sz="1200" b="0">
                <a:solidFill>
                  <a:srgbClr val="777777"/>
                </a:solidFill>
                <a:latin typeface="Arial Unicode MS"/>
                <a:ea typeface="Arial Unicode MS"/>
                <a:cs typeface="Arial Unicode MS"/>
              </a:defRPr>
            </a:lvl7pPr>
            <a:lvl8pPr algn="r">
              <a:defRPr sz="1200" b="0">
                <a:solidFill>
                  <a:srgbClr val="777777"/>
                </a:solidFill>
                <a:latin typeface="Arial Unicode MS"/>
                <a:ea typeface="Arial Unicode MS"/>
                <a:cs typeface="Arial Unicode MS"/>
              </a:defRPr>
            </a:lvl8pPr>
            <a:lvl9pPr algn="r">
              <a:defRPr sz="1200" b="0">
                <a:solidFill>
                  <a:srgbClr val="777777"/>
                </a:solidFill>
                <a:latin typeface="Arial Unicode MS"/>
                <a:ea typeface="Arial Unicode MS"/>
                <a:cs typeface="Arial Unicode MS"/>
              </a:defRPr>
            </a:lvl9pPr>
          </a:lstStyle>
          <a:p xmlns:a="http://schemas.openxmlformats.org/drawingml/2006/main">
            <a:pPr algn="r">
              <a:defRPr sz="1200" b="0">
                <a:solidFill>
                  <a:srgbClr val="777777"/>
                </a:solidFill>
                <a:latin typeface="Arial Unicode MS"/>
                <a:ea typeface="Arial Unicode MS"/>
                <a:cs typeface="Arial Unicode MS"/>
              </a:defRPr>
            </a:pPr>
            <a:r>
              <a:rPr sz="1200" b="0">
                <a:solidFill>
                  <a:srgbClr val="777777"/>
                </a:solidFill>
                <a:latin typeface="Arial Unicode MS"/>
                <a:ea typeface="Arial Unicode MS"/>
                <a:cs typeface="Arial Unicode MS"/>
              </a:rPr>
              <a:t>1 / 16</a:t>
            </a:r>
          </a:p>
        </p:txBody>
      </p:sp>
    </p:spTree>
    <p:extLst>
      <p:ext uri="{BB962C8B-B14F-4D97-AF65-F5344CB8AC3E}">
        <p14:creationId xmlns:p14="http://schemas.microsoft.com/office/powerpoint/2010/main" val="4802940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6511AAC-0D94-488D-8A5E-363401B676BD}"/>
              </a:ext>
            </a:extLst>
          </p:cNvPr>
          <p:cNvSpPr>
            <a:spLocks xmlns:a="http://schemas.openxmlformats.org/drawingml/2006/main" noGrp="1"/>
          </p:cNvSpPr>
          <p:nvPr/>
        </p:nvSpPr>
        <p:spPr>
          <a:xfrm xmlns:a="http://schemas.openxmlformats.org/drawingml/2006/main">
            <a:off x="0" y="0"/>
            <a:ext cx="11430000" cy="142875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4FD798D-CB68-49D7-B9D4-5BA03426A8CE}"/>
              </a:ext>
            </a:extLst>
          </p:cNvPr>
          <p:cNvSpPr>
            <a:spLocks xmlns:a="http://schemas.openxmlformats.org/drawingml/2006/main" noGrp="1"/>
          </p:cNvSpPr>
          <p:nvPr/>
        </p:nvSpPr>
        <p:spPr>
          <a:xfrm xmlns:a="http://schemas.openxmlformats.org/drawingml/2006/main">
            <a:off x="0" y="0"/>
            <a:ext cx="1428750" cy="857250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A3476C-7B92-4837-942C-BF0FF9E75AEF}"/>
              </a:ext>
            </a:extLst>
          </p:cNvPr>
          <p:cNvSpPr>
            <a:spLocks xmlns:a="http://schemas.openxmlformats.org/drawingml/2006/main" noGrp="1"/>
          </p:cNvSpPr>
          <p:nvPr/>
        </p:nvSpPr>
        <p:spPr>
          <a:xfrm xmlns:a="http://schemas.openxmlformats.org/drawingml/2006/main">
            <a:off x="0" y="0"/>
            <a:ext cx="1428750" cy="1428750"/>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43AEAF3-0DA5-41A1-BF3F-2E7E850FC4C7}"/>
              </a:ext>
            </a:extLst>
          </p:cNvPr>
          <p:cNvSpPr>
            <a:spLocks xmlns:a="http://schemas.openxmlformats.org/drawingml/2006/main" noGrp="1"/>
          </p:cNvSpPr>
          <p:nvPr/>
        </p:nvSpPr>
        <p:spPr>
          <a:xfrm xmlns:a="http://schemas.openxmlformats.org/drawingml/2006/main">
            <a:off x="1952625" y="333375"/>
            <a:ext cx="895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FFFFFF"/>
                </a:solidFill>
                <a:latin typeface="Arial Unicode MS"/>
                <a:ea typeface="Arial Unicode MS"/>
                <a:cs typeface="Arial Unicode MS"/>
              </a:defRPr>
            </a:defPPr>
            <a:lvl1pPr algn="l">
              <a:defRPr sz="2625" b="0">
                <a:solidFill>
                  <a:srgbClr val="FFFFFF"/>
                </a:solidFill>
                <a:latin typeface="Arial Unicode MS"/>
                <a:ea typeface="Arial Unicode MS"/>
                <a:cs typeface="Arial Unicode MS"/>
              </a:defRPr>
            </a:lvl1pPr>
            <a:lvl2pPr algn="l">
              <a:defRPr sz="2625" b="0">
                <a:solidFill>
                  <a:srgbClr val="FFFFFF"/>
                </a:solidFill>
                <a:latin typeface="Arial Unicode MS"/>
                <a:ea typeface="Arial Unicode MS"/>
                <a:cs typeface="Arial Unicode MS"/>
              </a:defRPr>
            </a:lvl2pPr>
            <a:lvl3pPr algn="l">
              <a:defRPr sz="2625" b="0">
                <a:solidFill>
                  <a:srgbClr val="FFFFFF"/>
                </a:solidFill>
                <a:latin typeface="Arial Unicode MS"/>
                <a:ea typeface="Arial Unicode MS"/>
                <a:cs typeface="Arial Unicode MS"/>
              </a:defRPr>
            </a:lvl3pPr>
            <a:lvl4pPr algn="l">
              <a:defRPr sz="2625" b="0">
                <a:solidFill>
                  <a:srgbClr val="FFFFFF"/>
                </a:solidFill>
                <a:latin typeface="Arial Unicode MS"/>
                <a:ea typeface="Arial Unicode MS"/>
                <a:cs typeface="Arial Unicode MS"/>
              </a:defRPr>
            </a:lvl4pPr>
            <a:lvl5pPr algn="l">
              <a:defRPr sz="2625" b="0">
                <a:solidFill>
                  <a:srgbClr val="FFFFFF"/>
                </a:solidFill>
                <a:latin typeface="Arial Unicode MS"/>
                <a:ea typeface="Arial Unicode MS"/>
                <a:cs typeface="Arial Unicode MS"/>
              </a:defRPr>
            </a:lvl5pPr>
            <a:lvl6pPr algn="l">
              <a:defRPr sz="2625" b="0">
                <a:solidFill>
                  <a:srgbClr val="FFFFFF"/>
                </a:solidFill>
                <a:latin typeface="Arial Unicode MS"/>
                <a:ea typeface="Arial Unicode MS"/>
                <a:cs typeface="Arial Unicode MS"/>
              </a:defRPr>
            </a:lvl6pPr>
            <a:lvl7pPr algn="l">
              <a:defRPr sz="2625" b="0">
                <a:solidFill>
                  <a:srgbClr val="FFFFFF"/>
                </a:solidFill>
                <a:latin typeface="Arial Unicode MS"/>
                <a:ea typeface="Arial Unicode MS"/>
                <a:cs typeface="Arial Unicode MS"/>
              </a:defRPr>
            </a:lvl7pPr>
            <a:lvl8pPr algn="l">
              <a:defRPr sz="2625" b="0">
                <a:solidFill>
                  <a:srgbClr val="FFFFFF"/>
                </a:solidFill>
                <a:latin typeface="Arial Unicode MS"/>
                <a:ea typeface="Arial Unicode MS"/>
                <a:cs typeface="Arial Unicode MS"/>
              </a:defRPr>
            </a:lvl8pPr>
            <a:lvl9pPr algn="l">
              <a:defRPr sz="2625" b="0">
                <a:solidFill>
                  <a:srgbClr val="FFFFFF"/>
                </a:solidFill>
                <a:latin typeface="Arial Unicode MS"/>
                <a:ea typeface="Arial Unicode MS"/>
                <a:cs typeface="Arial Unicode MS"/>
              </a:defRPr>
            </a:lvl9pPr>
          </a:lstStyle>
          <a:p xmlns:a="http://schemas.openxmlformats.org/drawingml/2006/main">
            <a:pPr algn="l">
              <a:defRPr sz="2625" b="0">
                <a:solidFill>
                  <a:srgbClr val="FFFFFF"/>
                </a:solidFill>
                <a:latin typeface="Arial Unicode MS"/>
                <a:ea typeface="Arial Unicode MS"/>
                <a:cs typeface="Arial Unicode MS"/>
              </a:defRPr>
            </a:pPr>
            <a:r>
              <a:rPr sz="2625" b="0">
                <a:solidFill>
                  <a:srgbClr val="FFFFFF"/>
                </a:solidFill>
                <a:latin typeface="Arial Unicode MS"/>
                <a:ea typeface="Arial Unicode MS"/>
                <a:cs typeface="Arial Unicode MS"/>
              </a:rPr>
              <a:t>Problem and evaluation objective</a:t>
            </a:r>
          </a:p>
        </p:txBody>
      </p:sp>
      <p:sp>
        <p:nvSpPr>
          <p:cNvPr id="6" name="">
            <a:extLst xmlns:a="http://schemas.openxmlformats.org/drawingml/2006/main">
              <a:ext uri="{FF2B5EF4-FFF2-40B4-BE49-F238E27FC236}">
                <a16:creationId xmlns:a16="http://schemas.microsoft.com/office/drawing/2014/main" id="{7E2F296B-580D-45D8-BB13-6D24F6FBD2B1}"/>
              </a:ext>
            </a:extLst>
          </p:cNvPr>
          <p:cNvSpPr>
            <a:spLocks xmlns:a="http://schemas.openxmlformats.org/drawingml/2006/main" noGrp="1"/>
          </p:cNvSpPr>
          <p:nvPr/>
        </p:nvSpPr>
        <p:spPr>
          <a:xfrm xmlns:a="http://schemas.openxmlformats.org/drawingml/2006/main">
            <a:off x="114300" y="27622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FFFFFF"/>
                </a:solidFill>
                <a:latin typeface="Arial Unicode MS"/>
                <a:ea typeface="Arial Unicode MS"/>
                <a:cs typeface="Arial Unicode MS"/>
              </a:defRPr>
            </a:defPPr>
            <a:lvl1pPr algn="l">
              <a:defRPr sz="1200" b="0">
                <a:solidFill>
                  <a:srgbClr val="FFFFFF"/>
                </a:solidFill>
                <a:latin typeface="Arial Unicode MS"/>
                <a:ea typeface="Arial Unicode MS"/>
                <a:cs typeface="Arial Unicode MS"/>
              </a:defRPr>
            </a:lvl1pPr>
            <a:lvl2pPr algn="l">
              <a:defRPr sz="1200" b="0">
                <a:solidFill>
                  <a:srgbClr val="FFFFFF"/>
                </a:solidFill>
                <a:latin typeface="Arial Unicode MS"/>
                <a:ea typeface="Arial Unicode MS"/>
                <a:cs typeface="Arial Unicode MS"/>
              </a:defRPr>
            </a:lvl2pPr>
            <a:lvl3pPr algn="l">
              <a:defRPr sz="1200" b="0">
                <a:solidFill>
                  <a:srgbClr val="FFFFFF"/>
                </a:solidFill>
                <a:latin typeface="Arial Unicode MS"/>
                <a:ea typeface="Arial Unicode MS"/>
                <a:cs typeface="Arial Unicode MS"/>
              </a:defRPr>
            </a:lvl3pPr>
            <a:lvl4pPr algn="l">
              <a:defRPr sz="1200" b="0">
                <a:solidFill>
                  <a:srgbClr val="FFFFFF"/>
                </a:solidFill>
                <a:latin typeface="Arial Unicode MS"/>
                <a:ea typeface="Arial Unicode MS"/>
                <a:cs typeface="Arial Unicode MS"/>
              </a:defRPr>
            </a:lvl4pPr>
            <a:lvl5pPr algn="l">
              <a:defRPr sz="1200" b="0">
                <a:solidFill>
                  <a:srgbClr val="FFFFFF"/>
                </a:solidFill>
                <a:latin typeface="Arial Unicode MS"/>
                <a:ea typeface="Arial Unicode MS"/>
                <a:cs typeface="Arial Unicode MS"/>
              </a:defRPr>
            </a:lvl5pPr>
            <a:lvl6pPr algn="l">
              <a:defRPr sz="1200" b="0">
                <a:solidFill>
                  <a:srgbClr val="FFFFFF"/>
                </a:solidFill>
                <a:latin typeface="Arial Unicode MS"/>
                <a:ea typeface="Arial Unicode MS"/>
                <a:cs typeface="Arial Unicode MS"/>
              </a:defRPr>
            </a:lvl6pPr>
            <a:lvl7pPr algn="l">
              <a:defRPr sz="1200" b="0">
                <a:solidFill>
                  <a:srgbClr val="FFFFFF"/>
                </a:solidFill>
                <a:latin typeface="Arial Unicode MS"/>
                <a:ea typeface="Arial Unicode MS"/>
                <a:cs typeface="Arial Unicode MS"/>
              </a:defRPr>
            </a:lvl7pPr>
            <a:lvl8pPr algn="l">
              <a:defRPr sz="1200" b="0">
                <a:solidFill>
                  <a:srgbClr val="FFFFFF"/>
                </a:solidFill>
                <a:latin typeface="Arial Unicode MS"/>
                <a:ea typeface="Arial Unicode MS"/>
                <a:cs typeface="Arial Unicode MS"/>
              </a:defRPr>
            </a:lvl8pPr>
            <a:lvl9pPr algn="l">
              <a:defRPr sz="1200" b="0">
                <a:solidFill>
                  <a:srgbClr val="FFFFFF"/>
                </a:solidFill>
                <a:latin typeface="Arial Unicode MS"/>
                <a:ea typeface="Arial Unicode MS"/>
                <a:cs typeface="Arial Unicode MS"/>
              </a:defRPr>
            </a:lvl9pPr>
          </a:lstStyle>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Problem</a:t>
            </a:r>
          </a:p>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and design</a:t>
            </a:r>
          </a:p>
        </p:txBody>
      </p:sp>
      <p:sp>
        <p:nvSpPr>
          <p:cNvPr id="7" name="">
            <a:extLst xmlns:a="http://schemas.openxmlformats.org/drawingml/2006/main">
              <a:ext uri="{FF2B5EF4-FFF2-40B4-BE49-F238E27FC236}">
                <a16:creationId xmlns:a16="http://schemas.microsoft.com/office/drawing/2014/main" id="{A1C00CAD-533F-4759-A621-07DCA6B90FB0}"/>
              </a:ext>
            </a:extLst>
          </p:cNvPr>
          <p:cNvSpPr>
            <a:spLocks xmlns:a="http://schemas.openxmlformats.org/drawingml/2006/main" noGrp="1"/>
          </p:cNvSpPr>
          <p:nvPr/>
        </p:nvSpPr>
        <p:spPr>
          <a:xfrm xmlns:a="http://schemas.openxmlformats.org/drawingml/2006/main">
            <a:off x="114300" y="37909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Search</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methods</a:t>
            </a:r>
          </a:p>
        </p:txBody>
      </p:sp>
      <p:sp>
        <p:nvSpPr>
          <p:cNvPr id="8" name="">
            <a:extLst xmlns:a="http://schemas.openxmlformats.org/drawingml/2006/main">
              <a:ext uri="{FF2B5EF4-FFF2-40B4-BE49-F238E27FC236}">
                <a16:creationId xmlns:a16="http://schemas.microsoft.com/office/drawing/2014/main" id="{D059AF70-5655-4476-BCE0-32223161BC44}"/>
              </a:ext>
            </a:extLst>
          </p:cNvPr>
          <p:cNvSpPr>
            <a:spLocks xmlns:a="http://schemas.openxmlformats.org/drawingml/2006/main" noGrp="1"/>
          </p:cNvSpPr>
          <p:nvPr/>
        </p:nvSpPr>
        <p:spPr>
          <a:xfrm xmlns:a="http://schemas.openxmlformats.org/drawingml/2006/main">
            <a:off x="114300" y="48196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Validation</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results</a:t>
            </a:r>
          </a:p>
        </p:txBody>
      </p:sp>
      <p:sp>
        <p:nvSpPr>
          <p:cNvPr id="9" name="">
            <a:extLst xmlns:a="http://schemas.openxmlformats.org/drawingml/2006/main">
              <a:ext uri="{FF2B5EF4-FFF2-40B4-BE49-F238E27FC236}">
                <a16:creationId xmlns:a16="http://schemas.microsoft.com/office/drawing/2014/main" id="{990C1AB7-47A4-4E94-9025-EC7151B19FD5}"/>
              </a:ext>
            </a:extLst>
          </p:cNvPr>
          <p:cNvSpPr>
            <a:spLocks xmlns:a="http://schemas.openxmlformats.org/drawingml/2006/main" noGrp="1"/>
          </p:cNvSpPr>
          <p:nvPr/>
        </p:nvSpPr>
        <p:spPr>
          <a:xfrm xmlns:a="http://schemas.openxmlformats.org/drawingml/2006/main">
            <a:off x="114300" y="58483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Analysis</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limits</a:t>
            </a:r>
          </a:p>
        </p:txBody>
      </p:sp>
      <p:sp>
        <p:nvSpPr>
          <p:cNvPr id="10" name="">
            <a:extLst xmlns:a="http://schemas.openxmlformats.org/drawingml/2006/main">
              <a:ext uri="{FF2B5EF4-FFF2-40B4-BE49-F238E27FC236}">
                <a16:creationId xmlns:a16="http://schemas.microsoft.com/office/drawing/2014/main" id="{64777605-0F66-4DCE-AFF1-EE29298C6AF5}"/>
              </a:ext>
            </a:extLst>
          </p:cNvPr>
          <p:cNvSpPr>
            <a:spLocks xmlns:a="http://schemas.openxmlformats.org/drawingml/2006/main" noGrp="1"/>
          </p:cNvSpPr>
          <p:nvPr/>
        </p:nvSpPr>
        <p:spPr>
          <a:xfrm xmlns:a="http://schemas.openxmlformats.org/drawingml/2006/main">
            <a:off x="10001250" y="80962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777777"/>
                </a:solidFill>
                <a:latin typeface="Arial Unicode MS"/>
                <a:ea typeface="Arial Unicode MS"/>
                <a:cs typeface="Arial Unicode MS"/>
              </a:defRPr>
            </a:defPPr>
            <a:lvl1pPr algn="r">
              <a:defRPr sz="1200" b="0">
                <a:solidFill>
                  <a:srgbClr val="777777"/>
                </a:solidFill>
                <a:latin typeface="Arial Unicode MS"/>
                <a:ea typeface="Arial Unicode MS"/>
                <a:cs typeface="Arial Unicode MS"/>
              </a:defRPr>
            </a:lvl1pPr>
            <a:lvl2pPr algn="r">
              <a:defRPr sz="1200" b="0">
                <a:solidFill>
                  <a:srgbClr val="777777"/>
                </a:solidFill>
                <a:latin typeface="Arial Unicode MS"/>
                <a:ea typeface="Arial Unicode MS"/>
                <a:cs typeface="Arial Unicode MS"/>
              </a:defRPr>
            </a:lvl2pPr>
            <a:lvl3pPr algn="r">
              <a:defRPr sz="1200" b="0">
                <a:solidFill>
                  <a:srgbClr val="777777"/>
                </a:solidFill>
                <a:latin typeface="Arial Unicode MS"/>
                <a:ea typeface="Arial Unicode MS"/>
                <a:cs typeface="Arial Unicode MS"/>
              </a:defRPr>
            </a:lvl3pPr>
            <a:lvl4pPr algn="r">
              <a:defRPr sz="1200" b="0">
                <a:solidFill>
                  <a:srgbClr val="777777"/>
                </a:solidFill>
                <a:latin typeface="Arial Unicode MS"/>
                <a:ea typeface="Arial Unicode MS"/>
                <a:cs typeface="Arial Unicode MS"/>
              </a:defRPr>
            </a:lvl4pPr>
            <a:lvl5pPr algn="r">
              <a:defRPr sz="1200" b="0">
                <a:solidFill>
                  <a:srgbClr val="777777"/>
                </a:solidFill>
                <a:latin typeface="Arial Unicode MS"/>
                <a:ea typeface="Arial Unicode MS"/>
                <a:cs typeface="Arial Unicode MS"/>
              </a:defRPr>
            </a:lvl5pPr>
            <a:lvl6pPr algn="r">
              <a:defRPr sz="1200" b="0">
                <a:solidFill>
                  <a:srgbClr val="777777"/>
                </a:solidFill>
                <a:latin typeface="Arial Unicode MS"/>
                <a:ea typeface="Arial Unicode MS"/>
                <a:cs typeface="Arial Unicode MS"/>
              </a:defRPr>
            </a:lvl6pPr>
            <a:lvl7pPr algn="r">
              <a:defRPr sz="1200" b="0">
                <a:solidFill>
                  <a:srgbClr val="777777"/>
                </a:solidFill>
                <a:latin typeface="Arial Unicode MS"/>
                <a:ea typeface="Arial Unicode MS"/>
                <a:cs typeface="Arial Unicode MS"/>
              </a:defRPr>
            </a:lvl7pPr>
            <a:lvl8pPr algn="r">
              <a:defRPr sz="1200" b="0">
                <a:solidFill>
                  <a:srgbClr val="777777"/>
                </a:solidFill>
                <a:latin typeface="Arial Unicode MS"/>
                <a:ea typeface="Arial Unicode MS"/>
                <a:cs typeface="Arial Unicode MS"/>
              </a:defRPr>
            </a:lvl8pPr>
            <a:lvl9pPr algn="r">
              <a:defRPr sz="1200" b="0">
                <a:solidFill>
                  <a:srgbClr val="777777"/>
                </a:solidFill>
                <a:latin typeface="Arial Unicode MS"/>
                <a:ea typeface="Arial Unicode MS"/>
                <a:cs typeface="Arial Unicode MS"/>
              </a:defRPr>
            </a:lvl9pPr>
          </a:lstStyle>
          <a:p xmlns:a="http://schemas.openxmlformats.org/drawingml/2006/main">
            <a:pPr algn="r">
              <a:defRPr sz="1200" b="0">
                <a:solidFill>
                  <a:srgbClr val="777777"/>
                </a:solidFill>
                <a:latin typeface="Arial Unicode MS"/>
                <a:ea typeface="Arial Unicode MS"/>
                <a:cs typeface="Arial Unicode MS"/>
              </a:defRPr>
            </a:pPr>
            <a:r>
              <a:rPr sz="1200" b="0">
                <a:solidFill>
                  <a:srgbClr val="777777"/>
                </a:solidFill>
                <a:latin typeface="Arial Unicode MS"/>
                <a:ea typeface="Arial Unicode MS"/>
                <a:cs typeface="Arial Unicode MS"/>
              </a:rPr>
              <a:t>2 / 16</a:t>
            </a:r>
          </a:p>
        </p:txBody>
      </p:sp>
      <p:sp>
        <p:nvSpPr>
          <p:cNvPr id="11" name="">
            <a:extLst xmlns:a="http://schemas.openxmlformats.org/drawingml/2006/main">
              <a:ext uri="{FF2B5EF4-FFF2-40B4-BE49-F238E27FC236}">
                <a16:creationId xmlns:a16="http://schemas.microsoft.com/office/drawing/2014/main" id="{9FB5F4F9-5E32-4472-967B-7E0E83B241DF}"/>
              </a:ext>
            </a:extLst>
          </p:cNvPr>
          <p:cNvSpPr>
            <a:spLocks xmlns:a="http://schemas.openxmlformats.org/drawingml/2006/main" noGrp="1"/>
          </p:cNvSpPr>
          <p:nvPr/>
        </p:nvSpPr>
        <p:spPr>
          <a:xfrm xmlns:a="http://schemas.openxmlformats.org/drawingml/2006/main">
            <a:off x="1924050" y="2286000"/>
            <a:ext cx="9029700" cy="2381250"/>
          </a:xfrm>
          <a:prstGeom xmlns:a="http://schemas.openxmlformats.org/drawingml/2006/main" prst="rect">
            <a:avLst/>
          </a:prstGeom>
          <a:solidFill xmlns:a="http://schemas.openxmlformats.org/drawingml/2006/main">
            <a:srgbClr val="EAEAF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75DA350-4687-455B-91C1-FAF71B3375AE}"/>
              </a:ext>
            </a:extLst>
          </p:cNvPr>
          <p:cNvSpPr>
            <a:spLocks xmlns:a="http://schemas.openxmlformats.org/drawingml/2006/main" noGrp="1"/>
          </p:cNvSpPr>
          <p:nvPr/>
        </p:nvSpPr>
        <p:spPr>
          <a:xfrm xmlns:a="http://schemas.openxmlformats.org/drawingml/2006/main">
            <a:off x="1924050" y="2286000"/>
            <a:ext cx="9029700" cy="409575"/>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334C425-D00D-4797-9240-68F9D9A67F29}"/>
              </a:ext>
            </a:extLst>
          </p:cNvPr>
          <p:cNvSpPr>
            <a:spLocks xmlns:a="http://schemas.openxmlformats.org/drawingml/2006/main" noGrp="1"/>
          </p:cNvSpPr>
          <p:nvPr/>
        </p:nvSpPr>
        <p:spPr>
          <a:xfrm xmlns:a="http://schemas.openxmlformats.org/drawingml/2006/main">
            <a:off x="2076450" y="2305050"/>
            <a:ext cx="8715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FFFFFF"/>
                </a:solidFill>
                <a:latin typeface="Arial Unicode MS"/>
                <a:ea typeface="Arial Unicode MS"/>
                <a:cs typeface="Arial Unicode MS"/>
              </a:defRPr>
            </a:defPPr>
            <a:lvl1pPr algn="l">
              <a:defRPr sz="1875" b="0">
                <a:solidFill>
                  <a:srgbClr val="FFFFFF"/>
                </a:solidFill>
                <a:latin typeface="Arial Unicode MS"/>
                <a:ea typeface="Arial Unicode MS"/>
                <a:cs typeface="Arial Unicode MS"/>
              </a:defRPr>
            </a:lvl1pPr>
            <a:lvl2pPr algn="l">
              <a:defRPr sz="1875" b="0">
                <a:solidFill>
                  <a:srgbClr val="FFFFFF"/>
                </a:solidFill>
                <a:latin typeface="Arial Unicode MS"/>
                <a:ea typeface="Arial Unicode MS"/>
                <a:cs typeface="Arial Unicode MS"/>
              </a:defRPr>
            </a:lvl2pPr>
            <a:lvl3pPr algn="l">
              <a:defRPr sz="1875" b="0">
                <a:solidFill>
                  <a:srgbClr val="FFFFFF"/>
                </a:solidFill>
                <a:latin typeface="Arial Unicode MS"/>
                <a:ea typeface="Arial Unicode MS"/>
                <a:cs typeface="Arial Unicode MS"/>
              </a:defRPr>
            </a:lvl3pPr>
            <a:lvl4pPr algn="l">
              <a:defRPr sz="1875" b="0">
                <a:solidFill>
                  <a:srgbClr val="FFFFFF"/>
                </a:solidFill>
                <a:latin typeface="Arial Unicode MS"/>
                <a:ea typeface="Arial Unicode MS"/>
                <a:cs typeface="Arial Unicode MS"/>
              </a:defRPr>
            </a:lvl4pPr>
            <a:lvl5pPr algn="l">
              <a:defRPr sz="1875" b="0">
                <a:solidFill>
                  <a:srgbClr val="FFFFFF"/>
                </a:solidFill>
                <a:latin typeface="Arial Unicode MS"/>
                <a:ea typeface="Arial Unicode MS"/>
                <a:cs typeface="Arial Unicode MS"/>
              </a:defRPr>
            </a:lvl5pPr>
            <a:lvl6pPr algn="l">
              <a:defRPr sz="1875" b="0">
                <a:solidFill>
                  <a:srgbClr val="FFFFFF"/>
                </a:solidFill>
                <a:latin typeface="Arial Unicode MS"/>
                <a:ea typeface="Arial Unicode MS"/>
                <a:cs typeface="Arial Unicode MS"/>
              </a:defRPr>
            </a:lvl6pPr>
            <a:lvl7pPr algn="l">
              <a:defRPr sz="1875" b="0">
                <a:solidFill>
                  <a:srgbClr val="FFFFFF"/>
                </a:solidFill>
                <a:latin typeface="Arial Unicode MS"/>
                <a:ea typeface="Arial Unicode MS"/>
                <a:cs typeface="Arial Unicode MS"/>
              </a:defRPr>
            </a:lvl7pPr>
            <a:lvl8pPr algn="l">
              <a:defRPr sz="1875" b="0">
                <a:solidFill>
                  <a:srgbClr val="FFFFFF"/>
                </a:solidFill>
                <a:latin typeface="Arial Unicode MS"/>
                <a:ea typeface="Arial Unicode MS"/>
                <a:cs typeface="Arial Unicode MS"/>
              </a:defRPr>
            </a:lvl8pPr>
            <a:lvl9pPr algn="l">
              <a:defRPr sz="1875" b="0">
                <a:solidFill>
                  <a:srgbClr val="FFFFFF"/>
                </a:solidFill>
                <a:latin typeface="Arial Unicode MS"/>
                <a:ea typeface="Arial Unicode MS"/>
                <a:cs typeface="Arial Unicode MS"/>
              </a:defRPr>
            </a:lvl9pPr>
          </a:lstStyle>
          <a:p xmlns:a="http://schemas.openxmlformats.org/drawingml/2006/main">
            <a:pPr algn="l">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Optimization through exposed settings</a:t>
            </a:r>
          </a:p>
        </p:txBody>
      </p:sp>
      <p:sp>
        <p:nvSpPr>
          <p:cNvPr id="14" name="">
            <a:extLst xmlns:a="http://schemas.openxmlformats.org/drawingml/2006/main">
              <a:ext uri="{FF2B5EF4-FFF2-40B4-BE49-F238E27FC236}">
                <a16:creationId xmlns:a16="http://schemas.microsoft.com/office/drawing/2014/main" id="{22D6AEBC-6797-4E03-B968-ADD3669F550D}"/>
              </a:ext>
            </a:extLst>
          </p:cNvPr>
          <p:cNvSpPr>
            <a:spLocks xmlns:a="http://schemas.openxmlformats.org/drawingml/2006/main" noGrp="1"/>
          </p:cNvSpPr>
          <p:nvPr/>
        </p:nvSpPr>
        <p:spPr>
          <a:xfrm xmlns:a="http://schemas.openxmlformats.org/drawingml/2006/main">
            <a:off x="2133600" y="2838450"/>
            <a:ext cx="85725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111111"/>
                </a:solidFill>
                <a:latin typeface="Arial Unicode MS"/>
                <a:ea typeface="Arial Unicode MS"/>
                <a:cs typeface="Arial Unicode MS"/>
              </a:defRPr>
            </a:defPPr>
            <a:lvl1pPr algn="l">
              <a:defRPr sz="2250" b="0">
                <a:solidFill>
                  <a:srgbClr val="111111"/>
                </a:solidFill>
                <a:latin typeface="Arial Unicode MS"/>
                <a:ea typeface="Arial Unicode MS"/>
                <a:cs typeface="Arial Unicode MS"/>
              </a:defRPr>
            </a:lvl1pPr>
            <a:lvl2pPr algn="l">
              <a:defRPr sz="2250" b="0">
                <a:solidFill>
                  <a:srgbClr val="111111"/>
                </a:solidFill>
                <a:latin typeface="Arial Unicode MS"/>
                <a:ea typeface="Arial Unicode MS"/>
                <a:cs typeface="Arial Unicode MS"/>
              </a:defRPr>
            </a:lvl2pPr>
            <a:lvl3pPr algn="l">
              <a:defRPr sz="2250" b="0">
                <a:solidFill>
                  <a:srgbClr val="111111"/>
                </a:solidFill>
                <a:latin typeface="Arial Unicode MS"/>
                <a:ea typeface="Arial Unicode MS"/>
                <a:cs typeface="Arial Unicode MS"/>
              </a:defRPr>
            </a:lvl3pPr>
            <a:lvl4pPr algn="l">
              <a:defRPr sz="2250" b="0">
                <a:solidFill>
                  <a:srgbClr val="111111"/>
                </a:solidFill>
                <a:latin typeface="Arial Unicode MS"/>
                <a:ea typeface="Arial Unicode MS"/>
                <a:cs typeface="Arial Unicode MS"/>
              </a:defRPr>
            </a:lvl4pPr>
            <a:lvl5pPr algn="l">
              <a:defRPr sz="2250" b="0">
                <a:solidFill>
                  <a:srgbClr val="111111"/>
                </a:solidFill>
                <a:latin typeface="Arial Unicode MS"/>
                <a:ea typeface="Arial Unicode MS"/>
                <a:cs typeface="Arial Unicode MS"/>
              </a:defRPr>
            </a:lvl5pPr>
            <a:lvl6pPr algn="l">
              <a:defRPr sz="2250" b="0">
                <a:solidFill>
                  <a:srgbClr val="111111"/>
                </a:solidFill>
                <a:latin typeface="Arial Unicode MS"/>
                <a:ea typeface="Arial Unicode MS"/>
                <a:cs typeface="Arial Unicode MS"/>
              </a:defRPr>
            </a:lvl6pPr>
            <a:lvl7pPr algn="l">
              <a:defRPr sz="2250" b="0">
                <a:solidFill>
                  <a:srgbClr val="111111"/>
                </a:solidFill>
                <a:latin typeface="Arial Unicode MS"/>
                <a:ea typeface="Arial Unicode MS"/>
                <a:cs typeface="Arial Unicode MS"/>
              </a:defRPr>
            </a:lvl7pPr>
            <a:lvl8pPr algn="l">
              <a:defRPr sz="2250" b="0">
                <a:solidFill>
                  <a:srgbClr val="111111"/>
                </a:solidFill>
                <a:latin typeface="Arial Unicode MS"/>
                <a:ea typeface="Arial Unicode MS"/>
                <a:cs typeface="Arial Unicode MS"/>
              </a:defRPr>
            </a:lvl8pPr>
            <a:lvl9pPr algn="l">
              <a:defRPr sz="2250" b="0">
                <a:solidFill>
                  <a:srgbClr val="111111"/>
                </a:solidFill>
                <a:latin typeface="Arial Unicode MS"/>
                <a:ea typeface="Arial Unicode MS"/>
                <a:cs typeface="Arial Unicode MS"/>
              </a:defRPr>
            </a:lvl9pPr>
          </a:lstStyle>
          <a:p xmlns:a="http://schemas.openxmlformats.org/drawingml/2006/main">
            <a:pPr algn="l">
              <a:defRPr sz="2250" b="0">
                <a:solidFill>
                  <a:srgbClr val="111111"/>
                </a:solidFill>
                <a:latin typeface="Arial Unicode MS"/>
                <a:ea typeface="Arial Unicode MS"/>
                <a:cs typeface="Arial Unicode MS"/>
              </a:defRPr>
            </a:pPr>
            <a:r>
              <a:rPr sz="2250" b="0">
                <a:solidFill>
                  <a:srgbClr val="111111"/>
                </a:solidFill>
                <a:latin typeface="Arial Unicode MS"/>
                <a:ea typeface="Arial Unicode MS"/>
                <a:cs typeface="Arial Unicode MS"/>
              </a:rPr>
              <a:t>Find a configuration with strong validation performance</a:t>
            </a:r>
          </a:p>
          <a:p xmlns:a="http://schemas.openxmlformats.org/drawingml/2006/main">
            <a:pPr algn="l">
              <a:defRPr sz="2250" b="0">
                <a:solidFill>
                  <a:srgbClr val="111111"/>
                </a:solidFill>
                <a:latin typeface="Arial Unicode MS"/>
                <a:ea typeface="Arial Unicode MS"/>
                <a:cs typeface="Arial Unicode MS"/>
              </a:defRPr>
            </a:pPr>
            <a:r>
              <a:rPr sz="2250" b="0">
                <a:solidFill>
                  <a:srgbClr val="111111"/>
                </a:solidFill>
                <a:latin typeface="Arial Unicode MS"/>
                <a:ea typeface="Arial Unicode MS"/>
                <a:cs typeface="Arial Unicode MS"/>
              </a:rPr>
              <a:t>within a fixed search budget.</a:t>
            </a:r>
          </a:p>
          <a:p xmlns:a="http://schemas.openxmlformats.org/drawingml/2006/main">
            <a:r>
              <a:t/>
            </a:r>
          </a:p>
          <a:p xmlns:a="http://schemas.openxmlformats.org/drawingml/2006/main">
            <a:pPr algn="l">
              <a:defRPr sz="2250" b="0">
                <a:solidFill>
                  <a:srgbClr val="111111"/>
                </a:solidFill>
                <a:latin typeface="Arial Unicode MS"/>
                <a:ea typeface="Arial Unicode MS"/>
                <a:cs typeface="Arial Unicode MS"/>
              </a:defRPr>
            </a:pPr>
            <a:r>
              <a:rPr sz="2250" b="0">
                <a:solidFill>
                  <a:srgbClr val="111111"/>
                </a:solidFill>
                <a:latin typeface="Arial Unicode MS"/>
                <a:ea typeface="Arial Unicode MS"/>
                <a:cs typeface="Arial Unicode MS"/>
              </a:rPr>
              <a:t>Keep the agent harness implementation fixed.</a:t>
            </a:r>
          </a:p>
        </p:txBody>
      </p:sp>
      <p:sp>
        <p:nvSpPr>
          <p:cNvPr id="15" name="">
            <a:extLst xmlns:a="http://schemas.openxmlformats.org/drawingml/2006/main">
              <a:ext uri="{FF2B5EF4-FFF2-40B4-BE49-F238E27FC236}">
                <a16:creationId xmlns:a16="http://schemas.microsoft.com/office/drawing/2014/main" id="{D61E0668-42D5-4A58-8FDC-A9B2586F7042}"/>
              </a:ext>
            </a:extLst>
          </p:cNvPr>
          <p:cNvSpPr>
            <a:spLocks xmlns:a="http://schemas.openxmlformats.org/drawingml/2006/main" noGrp="1"/>
          </p:cNvSpPr>
          <p:nvPr/>
        </p:nvSpPr>
        <p:spPr>
          <a:xfrm xmlns:a="http://schemas.openxmlformats.org/drawingml/2006/main">
            <a:off x="2095500" y="5095875"/>
            <a:ext cx="8667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11111"/>
                </a:solidFill>
                <a:latin typeface="Arial Unicode MS"/>
                <a:ea typeface="Arial Unicode MS"/>
                <a:cs typeface="Arial Unicode MS"/>
              </a:defRPr>
            </a:defPPr>
            <a:lvl1pPr algn="l">
              <a:defRPr sz="2100" b="0">
                <a:solidFill>
                  <a:srgbClr val="111111"/>
                </a:solidFill>
                <a:latin typeface="Arial Unicode MS"/>
                <a:ea typeface="Arial Unicode MS"/>
                <a:cs typeface="Arial Unicode MS"/>
              </a:defRPr>
            </a:lvl1pPr>
            <a:lvl2pPr algn="l">
              <a:defRPr sz="2100" b="0">
                <a:solidFill>
                  <a:srgbClr val="111111"/>
                </a:solidFill>
                <a:latin typeface="Arial Unicode MS"/>
                <a:ea typeface="Arial Unicode MS"/>
                <a:cs typeface="Arial Unicode MS"/>
              </a:defRPr>
            </a:lvl2pPr>
            <a:lvl3pPr algn="l">
              <a:defRPr sz="2100" b="0">
                <a:solidFill>
                  <a:srgbClr val="111111"/>
                </a:solidFill>
                <a:latin typeface="Arial Unicode MS"/>
                <a:ea typeface="Arial Unicode MS"/>
                <a:cs typeface="Arial Unicode MS"/>
              </a:defRPr>
            </a:lvl3pPr>
            <a:lvl4pPr algn="l">
              <a:defRPr sz="2100" b="0">
                <a:solidFill>
                  <a:srgbClr val="111111"/>
                </a:solidFill>
                <a:latin typeface="Arial Unicode MS"/>
                <a:ea typeface="Arial Unicode MS"/>
                <a:cs typeface="Arial Unicode MS"/>
              </a:defRPr>
            </a:lvl4pPr>
            <a:lvl5pPr algn="l">
              <a:defRPr sz="2100" b="0">
                <a:solidFill>
                  <a:srgbClr val="111111"/>
                </a:solidFill>
                <a:latin typeface="Arial Unicode MS"/>
                <a:ea typeface="Arial Unicode MS"/>
                <a:cs typeface="Arial Unicode MS"/>
              </a:defRPr>
            </a:lvl5pPr>
            <a:lvl6pPr algn="l">
              <a:defRPr sz="2100" b="0">
                <a:solidFill>
                  <a:srgbClr val="111111"/>
                </a:solidFill>
                <a:latin typeface="Arial Unicode MS"/>
                <a:ea typeface="Arial Unicode MS"/>
                <a:cs typeface="Arial Unicode MS"/>
              </a:defRPr>
            </a:lvl6pPr>
            <a:lvl7pPr algn="l">
              <a:defRPr sz="2100" b="0">
                <a:solidFill>
                  <a:srgbClr val="111111"/>
                </a:solidFill>
                <a:latin typeface="Arial Unicode MS"/>
                <a:ea typeface="Arial Unicode MS"/>
                <a:cs typeface="Arial Unicode MS"/>
              </a:defRPr>
            </a:lvl7pPr>
            <a:lvl8pPr algn="l">
              <a:defRPr sz="2100" b="0">
                <a:solidFill>
                  <a:srgbClr val="111111"/>
                </a:solidFill>
                <a:latin typeface="Arial Unicode MS"/>
                <a:ea typeface="Arial Unicode MS"/>
                <a:cs typeface="Arial Unicode MS"/>
              </a:defRPr>
            </a:lvl8pPr>
            <a:lvl9pPr algn="l">
              <a:defRPr sz="2100" b="0">
                <a:solidFill>
                  <a:srgbClr val="111111"/>
                </a:solidFill>
                <a:latin typeface="Arial Unicode MS"/>
                <a:ea typeface="Arial Unicode MS"/>
                <a:cs typeface="Arial Unicode MS"/>
              </a:defRPr>
            </a:lvl9pPr>
          </a:lstStyle>
          <a:p xmlns:a="http://schemas.openxmlformats.org/drawingml/2006/main">
            <a:pPr algn="l">
              <a:defRPr sz="2100" b="0">
                <a:solidFill>
                  <a:srgbClr val="111111"/>
                </a:solidFill>
                <a:latin typeface="Arial Unicode MS"/>
                <a:ea typeface="Arial Unicode MS"/>
                <a:cs typeface="Arial Unicode MS"/>
              </a:defRPr>
            </a:pPr>
            <a:r>
              <a:rPr sz="2100" b="0">
                <a:solidFill>
                  <a:srgbClr val="111111"/>
                </a:solidFill>
                <a:latin typeface="Arial Unicode MS"/>
                <a:ea typeface="Arial Unicode MS"/>
                <a:cs typeface="Arial Unicode MS"/>
              </a:rPr>
              <a:t>1. Search on a fixed validation task set</a:t>
            </a:r>
          </a:p>
          <a:p xmlns:a="http://schemas.openxmlformats.org/drawingml/2006/main">
            <a:pPr algn="l">
              <a:defRPr sz="2100" b="0">
                <a:solidFill>
                  <a:srgbClr val="111111"/>
                </a:solidFill>
                <a:latin typeface="Arial Unicode MS"/>
                <a:ea typeface="Arial Unicode MS"/>
                <a:cs typeface="Arial Unicode MS"/>
              </a:defRPr>
            </a:pPr>
            <a:r>
              <a:rPr sz="2100" b="0">
                <a:solidFill>
                  <a:srgbClr val="111111"/>
                </a:solidFill>
                <a:latin typeface="Arial Unicode MS"/>
                <a:ea typeface="Arial Unicode MS"/>
                <a:cs typeface="Arial Unicode MS"/>
              </a:rPr>
              <a:t>2. Freeze one selected configuration per method</a:t>
            </a:r>
          </a:p>
          <a:p xmlns:a="http://schemas.openxmlformats.org/drawingml/2006/main">
            <a:pPr algn="l">
              <a:defRPr sz="2100" b="0">
                <a:solidFill>
                  <a:srgbClr val="111111"/>
                </a:solidFill>
                <a:latin typeface="Arial Unicode MS"/>
                <a:ea typeface="Arial Unicode MS"/>
                <a:cs typeface="Arial Unicode MS"/>
              </a:defRPr>
            </a:pPr>
            <a:r>
              <a:rPr sz="2100" b="0">
                <a:solidFill>
                  <a:srgbClr val="111111"/>
                </a:solidFill>
                <a:latin typeface="Arial Unicode MS"/>
                <a:ea typeface="Arial Unicode MS"/>
                <a:cs typeface="Arial Unicode MS"/>
              </a:rPr>
              <a:t>3. Evaluate each configuration once on held-out tasks</a:t>
            </a:r>
          </a:p>
        </p:txBody>
      </p:sp>
      <p:sp>
        <p:nvSpPr>
          <p:cNvPr id="16" name="">
            <a:extLst xmlns:a="http://schemas.openxmlformats.org/drawingml/2006/main">
              <a:ext uri="{FF2B5EF4-FFF2-40B4-BE49-F238E27FC236}">
                <a16:creationId xmlns:a16="http://schemas.microsoft.com/office/drawing/2014/main" id="{3375C4FF-69AC-42EC-B7B1-577B8704C418}"/>
              </a:ext>
            </a:extLst>
          </p:cNvPr>
          <p:cNvSpPr>
            <a:spLocks xmlns:a="http://schemas.openxmlformats.org/drawingml/2006/main" noGrp="1"/>
          </p:cNvSpPr>
          <p:nvPr/>
        </p:nvSpPr>
        <p:spPr>
          <a:xfrm xmlns:a="http://schemas.openxmlformats.org/drawingml/2006/main">
            <a:off x="2095500" y="7286625"/>
            <a:ext cx="866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3333B2"/>
                </a:solidFill>
                <a:latin typeface="Arial Unicode MS"/>
                <a:ea typeface="Arial Unicode MS"/>
                <a:cs typeface="Arial Unicode MS"/>
              </a:defRPr>
            </a:defPPr>
            <a:lvl1pPr algn="l">
              <a:defRPr sz="1800" b="0">
                <a:solidFill>
                  <a:srgbClr val="3333B2"/>
                </a:solidFill>
                <a:latin typeface="Arial Unicode MS"/>
                <a:ea typeface="Arial Unicode MS"/>
                <a:cs typeface="Arial Unicode MS"/>
              </a:defRPr>
            </a:lvl1pPr>
            <a:lvl2pPr algn="l">
              <a:defRPr sz="1800" b="0">
                <a:solidFill>
                  <a:srgbClr val="3333B2"/>
                </a:solidFill>
                <a:latin typeface="Arial Unicode MS"/>
                <a:ea typeface="Arial Unicode MS"/>
                <a:cs typeface="Arial Unicode MS"/>
              </a:defRPr>
            </a:lvl2pPr>
            <a:lvl3pPr algn="l">
              <a:defRPr sz="1800" b="0">
                <a:solidFill>
                  <a:srgbClr val="3333B2"/>
                </a:solidFill>
                <a:latin typeface="Arial Unicode MS"/>
                <a:ea typeface="Arial Unicode MS"/>
                <a:cs typeface="Arial Unicode MS"/>
              </a:defRPr>
            </a:lvl3pPr>
            <a:lvl4pPr algn="l">
              <a:defRPr sz="1800" b="0">
                <a:solidFill>
                  <a:srgbClr val="3333B2"/>
                </a:solidFill>
                <a:latin typeface="Arial Unicode MS"/>
                <a:ea typeface="Arial Unicode MS"/>
                <a:cs typeface="Arial Unicode MS"/>
              </a:defRPr>
            </a:lvl4pPr>
            <a:lvl5pPr algn="l">
              <a:defRPr sz="1800" b="0">
                <a:solidFill>
                  <a:srgbClr val="3333B2"/>
                </a:solidFill>
                <a:latin typeface="Arial Unicode MS"/>
                <a:ea typeface="Arial Unicode MS"/>
                <a:cs typeface="Arial Unicode MS"/>
              </a:defRPr>
            </a:lvl5pPr>
            <a:lvl6pPr algn="l">
              <a:defRPr sz="1800" b="0">
                <a:solidFill>
                  <a:srgbClr val="3333B2"/>
                </a:solidFill>
                <a:latin typeface="Arial Unicode MS"/>
                <a:ea typeface="Arial Unicode MS"/>
                <a:cs typeface="Arial Unicode MS"/>
              </a:defRPr>
            </a:lvl6pPr>
            <a:lvl7pPr algn="l">
              <a:defRPr sz="1800" b="0">
                <a:solidFill>
                  <a:srgbClr val="3333B2"/>
                </a:solidFill>
                <a:latin typeface="Arial Unicode MS"/>
                <a:ea typeface="Arial Unicode MS"/>
                <a:cs typeface="Arial Unicode MS"/>
              </a:defRPr>
            </a:lvl7pPr>
            <a:lvl8pPr algn="l">
              <a:defRPr sz="1800" b="0">
                <a:solidFill>
                  <a:srgbClr val="3333B2"/>
                </a:solidFill>
                <a:latin typeface="Arial Unicode MS"/>
                <a:ea typeface="Arial Unicode MS"/>
                <a:cs typeface="Arial Unicode MS"/>
              </a:defRPr>
            </a:lvl8pPr>
            <a:lvl9pPr algn="l">
              <a:defRPr sz="1800" b="0">
                <a:solidFill>
                  <a:srgbClr val="3333B2"/>
                </a:solidFill>
                <a:latin typeface="Arial Unicode MS"/>
                <a:ea typeface="Arial Unicode MS"/>
                <a:cs typeface="Arial Unicode MS"/>
              </a:defRPr>
            </a:lvl9pPr>
          </a:lstStyle>
          <a:p xmlns:a="http://schemas.openxmlformats.org/drawingml/2006/main">
            <a:pPr algn="l">
              <a:defRPr sz="1800" b="0">
                <a:solidFill>
                  <a:srgbClr val="3333B2"/>
                </a:solidFill>
                <a:latin typeface="Arial Unicode MS"/>
                <a:ea typeface="Arial Unicode MS"/>
                <a:cs typeface="Arial Unicode MS"/>
              </a:defRPr>
            </a:pPr>
            <a:r>
              <a:rPr sz="1800" b="0">
                <a:solidFill>
                  <a:srgbClr val="3333B2"/>
                </a:solidFill>
                <a:latin typeface="Arial Unicode MS"/>
                <a:ea typeface="Arial Unicode MS"/>
                <a:cs typeface="Arial Unicode MS"/>
              </a:rPr>
              <a:t>Test outcomes must not influence configuration selection.</a:t>
            </a:r>
          </a:p>
        </p:txBody>
      </p:sp>
    </p:spTree>
    <p:extLst>
      <p:ext uri="{BB962C8B-B14F-4D97-AF65-F5344CB8AC3E}">
        <p14:creationId xmlns:p14="http://schemas.microsoft.com/office/powerpoint/2010/main" val="20568506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2D702DB-C4DB-4E02-8FF0-4AFE915733D6}"/>
              </a:ext>
            </a:extLst>
          </p:cNvPr>
          <p:cNvSpPr>
            <a:spLocks xmlns:a="http://schemas.openxmlformats.org/drawingml/2006/main" noGrp="1"/>
          </p:cNvSpPr>
          <p:nvPr/>
        </p:nvSpPr>
        <p:spPr>
          <a:xfrm xmlns:a="http://schemas.openxmlformats.org/drawingml/2006/main">
            <a:off x="0" y="0"/>
            <a:ext cx="11430000" cy="142875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B4D6B95-9EDC-41E5-BD61-6A956176A941}"/>
              </a:ext>
            </a:extLst>
          </p:cNvPr>
          <p:cNvSpPr>
            <a:spLocks xmlns:a="http://schemas.openxmlformats.org/drawingml/2006/main" noGrp="1"/>
          </p:cNvSpPr>
          <p:nvPr/>
        </p:nvSpPr>
        <p:spPr>
          <a:xfrm xmlns:a="http://schemas.openxmlformats.org/drawingml/2006/main">
            <a:off x="0" y="0"/>
            <a:ext cx="1428750" cy="857250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E5D528-DC8C-40FA-AE82-CBCF1B328069}"/>
              </a:ext>
            </a:extLst>
          </p:cNvPr>
          <p:cNvSpPr>
            <a:spLocks xmlns:a="http://schemas.openxmlformats.org/drawingml/2006/main" noGrp="1"/>
          </p:cNvSpPr>
          <p:nvPr/>
        </p:nvSpPr>
        <p:spPr>
          <a:xfrm xmlns:a="http://schemas.openxmlformats.org/drawingml/2006/main">
            <a:off x="0" y="0"/>
            <a:ext cx="1428750" cy="1428750"/>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10E8E8D-BC69-480C-B63D-1377E00471A9}"/>
              </a:ext>
            </a:extLst>
          </p:cNvPr>
          <p:cNvSpPr>
            <a:spLocks xmlns:a="http://schemas.openxmlformats.org/drawingml/2006/main" noGrp="1"/>
          </p:cNvSpPr>
          <p:nvPr/>
        </p:nvSpPr>
        <p:spPr>
          <a:xfrm xmlns:a="http://schemas.openxmlformats.org/drawingml/2006/main">
            <a:off x="1958106" y="330594"/>
            <a:ext cx="895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FFFFFF"/>
                </a:solidFill>
                <a:latin typeface="Arial Unicode MS"/>
                <a:ea typeface="Arial Unicode MS"/>
                <a:cs typeface="Arial Unicode MS"/>
              </a:defRPr>
            </a:defPPr>
            <a:lvl1pPr algn="l">
              <a:defRPr sz="2625" b="0">
                <a:solidFill>
                  <a:srgbClr val="FFFFFF"/>
                </a:solidFill>
                <a:latin typeface="Arial Unicode MS"/>
                <a:ea typeface="Arial Unicode MS"/>
                <a:cs typeface="Arial Unicode MS"/>
              </a:defRPr>
            </a:lvl1pPr>
            <a:lvl2pPr algn="l">
              <a:defRPr sz="2625" b="0">
                <a:solidFill>
                  <a:srgbClr val="FFFFFF"/>
                </a:solidFill>
                <a:latin typeface="Arial Unicode MS"/>
                <a:ea typeface="Arial Unicode MS"/>
                <a:cs typeface="Arial Unicode MS"/>
              </a:defRPr>
            </a:lvl2pPr>
            <a:lvl3pPr algn="l">
              <a:defRPr sz="2625" b="0">
                <a:solidFill>
                  <a:srgbClr val="FFFFFF"/>
                </a:solidFill>
                <a:latin typeface="Arial Unicode MS"/>
                <a:ea typeface="Arial Unicode MS"/>
                <a:cs typeface="Arial Unicode MS"/>
              </a:defRPr>
            </a:lvl3pPr>
            <a:lvl4pPr algn="l">
              <a:defRPr sz="2625" b="0">
                <a:solidFill>
                  <a:srgbClr val="FFFFFF"/>
                </a:solidFill>
                <a:latin typeface="Arial Unicode MS"/>
                <a:ea typeface="Arial Unicode MS"/>
                <a:cs typeface="Arial Unicode MS"/>
              </a:defRPr>
            </a:lvl4pPr>
            <a:lvl5pPr algn="l">
              <a:defRPr sz="2625" b="0">
                <a:solidFill>
                  <a:srgbClr val="FFFFFF"/>
                </a:solidFill>
                <a:latin typeface="Arial Unicode MS"/>
                <a:ea typeface="Arial Unicode MS"/>
                <a:cs typeface="Arial Unicode MS"/>
              </a:defRPr>
            </a:lvl5pPr>
            <a:lvl6pPr algn="l">
              <a:defRPr sz="2625" b="0">
                <a:solidFill>
                  <a:srgbClr val="FFFFFF"/>
                </a:solidFill>
                <a:latin typeface="Arial Unicode MS"/>
                <a:ea typeface="Arial Unicode MS"/>
                <a:cs typeface="Arial Unicode MS"/>
              </a:defRPr>
            </a:lvl6pPr>
            <a:lvl7pPr algn="l">
              <a:defRPr sz="2625" b="0">
                <a:solidFill>
                  <a:srgbClr val="FFFFFF"/>
                </a:solidFill>
                <a:latin typeface="Arial Unicode MS"/>
                <a:ea typeface="Arial Unicode MS"/>
                <a:cs typeface="Arial Unicode MS"/>
              </a:defRPr>
            </a:lvl7pPr>
            <a:lvl8pPr algn="l">
              <a:defRPr sz="2625" b="0">
                <a:solidFill>
                  <a:srgbClr val="FFFFFF"/>
                </a:solidFill>
                <a:latin typeface="Arial Unicode MS"/>
                <a:ea typeface="Arial Unicode MS"/>
                <a:cs typeface="Arial Unicode MS"/>
              </a:defRPr>
            </a:lvl8pPr>
            <a:lvl9pPr algn="l">
              <a:defRPr sz="2625" b="0">
                <a:solidFill>
                  <a:srgbClr val="FFFFFF"/>
                </a:solidFill>
                <a:latin typeface="Arial Unicode MS"/>
                <a:ea typeface="Arial Unicode MS"/>
                <a:cs typeface="Arial Unicode MS"/>
              </a:defRPr>
            </a:lvl9pPr>
          </a:lstStyle>
          <a:p xmlns:a="http://schemas.openxmlformats.org/drawingml/2006/main">
            <a:pPr algn="l">
              <a:defRPr sz="2625" b="0">
                <a:solidFill>
                  <a:srgbClr val="FFFFFF"/>
                </a:solidFill>
                <a:latin typeface="Arial Unicode MS"/>
                <a:ea typeface="Arial Unicode MS"/>
                <a:cs typeface="Arial Unicode MS"/>
              </a:defRPr>
            </a:pPr>
            <a:r>
              <a:rPr sz="2625" b="0">
                <a:solidFill>
                  <a:srgbClr val="FFFFFF"/>
                </a:solidFill>
                <a:latin typeface="Arial Unicode MS"/>
                <a:ea typeface="Arial Unicode MS"/>
                <a:cs typeface="Arial Unicode MS"/>
              </a:rPr>
              <a:t>Harness, model and benchmark choices</a:t>
            </a:r>
          </a:p>
        </p:txBody>
      </p:sp>
      <p:sp>
        <p:nvSpPr>
          <p:cNvPr id="6" name="">
            <a:extLst xmlns:a="http://schemas.openxmlformats.org/drawingml/2006/main">
              <a:ext uri="{FF2B5EF4-FFF2-40B4-BE49-F238E27FC236}">
                <a16:creationId xmlns:a16="http://schemas.microsoft.com/office/drawing/2014/main" id="{227AACDF-380A-47C4-AEDD-4ACB571DEB7D}"/>
              </a:ext>
            </a:extLst>
          </p:cNvPr>
          <p:cNvSpPr>
            <a:spLocks xmlns:a="http://schemas.openxmlformats.org/drawingml/2006/main" noGrp="1"/>
          </p:cNvSpPr>
          <p:nvPr/>
        </p:nvSpPr>
        <p:spPr>
          <a:xfrm xmlns:a="http://schemas.openxmlformats.org/drawingml/2006/main">
            <a:off x="114300" y="27622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FFFFFF"/>
                </a:solidFill>
                <a:latin typeface="Arial Unicode MS"/>
                <a:ea typeface="Arial Unicode MS"/>
                <a:cs typeface="Arial Unicode MS"/>
              </a:defRPr>
            </a:defPPr>
            <a:lvl1pPr algn="l">
              <a:defRPr sz="1200" b="0">
                <a:solidFill>
                  <a:srgbClr val="FFFFFF"/>
                </a:solidFill>
                <a:latin typeface="Arial Unicode MS"/>
                <a:ea typeface="Arial Unicode MS"/>
                <a:cs typeface="Arial Unicode MS"/>
              </a:defRPr>
            </a:lvl1pPr>
            <a:lvl2pPr algn="l">
              <a:defRPr sz="1200" b="0">
                <a:solidFill>
                  <a:srgbClr val="FFFFFF"/>
                </a:solidFill>
                <a:latin typeface="Arial Unicode MS"/>
                <a:ea typeface="Arial Unicode MS"/>
                <a:cs typeface="Arial Unicode MS"/>
              </a:defRPr>
            </a:lvl2pPr>
            <a:lvl3pPr algn="l">
              <a:defRPr sz="1200" b="0">
                <a:solidFill>
                  <a:srgbClr val="FFFFFF"/>
                </a:solidFill>
                <a:latin typeface="Arial Unicode MS"/>
                <a:ea typeface="Arial Unicode MS"/>
                <a:cs typeface="Arial Unicode MS"/>
              </a:defRPr>
            </a:lvl3pPr>
            <a:lvl4pPr algn="l">
              <a:defRPr sz="1200" b="0">
                <a:solidFill>
                  <a:srgbClr val="FFFFFF"/>
                </a:solidFill>
                <a:latin typeface="Arial Unicode MS"/>
                <a:ea typeface="Arial Unicode MS"/>
                <a:cs typeface="Arial Unicode MS"/>
              </a:defRPr>
            </a:lvl4pPr>
            <a:lvl5pPr algn="l">
              <a:defRPr sz="1200" b="0">
                <a:solidFill>
                  <a:srgbClr val="FFFFFF"/>
                </a:solidFill>
                <a:latin typeface="Arial Unicode MS"/>
                <a:ea typeface="Arial Unicode MS"/>
                <a:cs typeface="Arial Unicode MS"/>
              </a:defRPr>
            </a:lvl5pPr>
            <a:lvl6pPr algn="l">
              <a:defRPr sz="1200" b="0">
                <a:solidFill>
                  <a:srgbClr val="FFFFFF"/>
                </a:solidFill>
                <a:latin typeface="Arial Unicode MS"/>
                <a:ea typeface="Arial Unicode MS"/>
                <a:cs typeface="Arial Unicode MS"/>
              </a:defRPr>
            </a:lvl6pPr>
            <a:lvl7pPr algn="l">
              <a:defRPr sz="1200" b="0">
                <a:solidFill>
                  <a:srgbClr val="FFFFFF"/>
                </a:solidFill>
                <a:latin typeface="Arial Unicode MS"/>
                <a:ea typeface="Arial Unicode MS"/>
                <a:cs typeface="Arial Unicode MS"/>
              </a:defRPr>
            </a:lvl7pPr>
            <a:lvl8pPr algn="l">
              <a:defRPr sz="1200" b="0">
                <a:solidFill>
                  <a:srgbClr val="FFFFFF"/>
                </a:solidFill>
                <a:latin typeface="Arial Unicode MS"/>
                <a:ea typeface="Arial Unicode MS"/>
                <a:cs typeface="Arial Unicode MS"/>
              </a:defRPr>
            </a:lvl8pPr>
            <a:lvl9pPr algn="l">
              <a:defRPr sz="1200" b="0">
                <a:solidFill>
                  <a:srgbClr val="FFFFFF"/>
                </a:solidFill>
                <a:latin typeface="Arial Unicode MS"/>
                <a:ea typeface="Arial Unicode MS"/>
                <a:cs typeface="Arial Unicode MS"/>
              </a:defRPr>
            </a:lvl9pPr>
          </a:lstStyle>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Problem</a:t>
            </a:r>
          </a:p>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and design</a:t>
            </a:r>
          </a:p>
        </p:txBody>
      </p:sp>
      <p:sp>
        <p:nvSpPr>
          <p:cNvPr id="7" name="">
            <a:extLst xmlns:a="http://schemas.openxmlformats.org/drawingml/2006/main">
              <a:ext uri="{FF2B5EF4-FFF2-40B4-BE49-F238E27FC236}">
                <a16:creationId xmlns:a16="http://schemas.microsoft.com/office/drawing/2014/main" id="{8A6887D3-3C66-42D6-9878-0505098E1CBB}"/>
              </a:ext>
            </a:extLst>
          </p:cNvPr>
          <p:cNvSpPr>
            <a:spLocks xmlns:a="http://schemas.openxmlformats.org/drawingml/2006/main" noGrp="1"/>
          </p:cNvSpPr>
          <p:nvPr/>
        </p:nvSpPr>
        <p:spPr>
          <a:xfrm xmlns:a="http://schemas.openxmlformats.org/drawingml/2006/main">
            <a:off x="114300" y="37909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Search</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methods</a:t>
            </a:r>
          </a:p>
        </p:txBody>
      </p:sp>
      <p:sp>
        <p:nvSpPr>
          <p:cNvPr id="8" name="">
            <a:extLst xmlns:a="http://schemas.openxmlformats.org/drawingml/2006/main">
              <a:ext uri="{FF2B5EF4-FFF2-40B4-BE49-F238E27FC236}">
                <a16:creationId xmlns:a16="http://schemas.microsoft.com/office/drawing/2014/main" id="{20DEDD88-C012-4FC6-81B7-701CA03494A0}"/>
              </a:ext>
            </a:extLst>
          </p:cNvPr>
          <p:cNvSpPr>
            <a:spLocks xmlns:a="http://schemas.openxmlformats.org/drawingml/2006/main" noGrp="1"/>
          </p:cNvSpPr>
          <p:nvPr/>
        </p:nvSpPr>
        <p:spPr>
          <a:xfrm xmlns:a="http://schemas.openxmlformats.org/drawingml/2006/main">
            <a:off x="114300" y="48196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Validation</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results</a:t>
            </a:r>
          </a:p>
        </p:txBody>
      </p:sp>
      <p:sp>
        <p:nvSpPr>
          <p:cNvPr id="9" name="">
            <a:extLst xmlns:a="http://schemas.openxmlformats.org/drawingml/2006/main">
              <a:ext uri="{FF2B5EF4-FFF2-40B4-BE49-F238E27FC236}">
                <a16:creationId xmlns:a16="http://schemas.microsoft.com/office/drawing/2014/main" id="{5EDD0A18-0EC7-44C0-98F2-78ADEB4D9F4B}"/>
              </a:ext>
            </a:extLst>
          </p:cNvPr>
          <p:cNvSpPr>
            <a:spLocks xmlns:a="http://schemas.openxmlformats.org/drawingml/2006/main" noGrp="1"/>
          </p:cNvSpPr>
          <p:nvPr/>
        </p:nvSpPr>
        <p:spPr>
          <a:xfrm xmlns:a="http://schemas.openxmlformats.org/drawingml/2006/main">
            <a:off x="114300" y="58483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Analysis</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limits</a:t>
            </a:r>
          </a:p>
        </p:txBody>
      </p:sp>
      <p:sp>
        <p:nvSpPr>
          <p:cNvPr id="10" name="">
            <a:extLst xmlns:a="http://schemas.openxmlformats.org/drawingml/2006/main">
              <a:ext uri="{FF2B5EF4-FFF2-40B4-BE49-F238E27FC236}">
                <a16:creationId xmlns:a16="http://schemas.microsoft.com/office/drawing/2014/main" id="{628B3576-87D7-4F86-B7E0-4868E9739086}"/>
              </a:ext>
            </a:extLst>
          </p:cNvPr>
          <p:cNvSpPr>
            <a:spLocks xmlns:a="http://schemas.openxmlformats.org/drawingml/2006/main" noGrp="1"/>
          </p:cNvSpPr>
          <p:nvPr/>
        </p:nvSpPr>
        <p:spPr>
          <a:xfrm xmlns:a="http://schemas.openxmlformats.org/drawingml/2006/main">
            <a:off x="10001250" y="80962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777777"/>
                </a:solidFill>
                <a:latin typeface="Arial Unicode MS"/>
                <a:ea typeface="Arial Unicode MS"/>
                <a:cs typeface="Arial Unicode MS"/>
              </a:defRPr>
            </a:defPPr>
            <a:lvl1pPr algn="r">
              <a:defRPr sz="1200" b="0">
                <a:solidFill>
                  <a:srgbClr val="777777"/>
                </a:solidFill>
                <a:latin typeface="Arial Unicode MS"/>
                <a:ea typeface="Arial Unicode MS"/>
                <a:cs typeface="Arial Unicode MS"/>
              </a:defRPr>
            </a:lvl1pPr>
            <a:lvl2pPr algn="r">
              <a:defRPr sz="1200" b="0">
                <a:solidFill>
                  <a:srgbClr val="777777"/>
                </a:solidFill>
                <a:latin typeface="Arial Unicode MS"/>
                <a:ea typeface="Arial Unicode MS"/>
                <a:cs typeface="Arial Unicode MS"/>
              </a:defRPr>
            </a:lvl2pPr>
            <a:lvl3pPr algn="r">
              <a:defRPr sz="1200" b="0">
                <a:solidFill>
                  <a:srgbClr val="777777"/>
                </a:solidFill>
                <a:latin typeface="Arial Unicode MS"/>
                <a:ea typeface="Arial Unicode MS"/>
                <a:cs typeface="Arial Unicode MS"/>
              </a:defRPr>
            </a:lvl3pPr>
            <a:lvl4pPr algn="r">
              <a:defRPr sz="1200" b="0">
                <a:solidFill>
                  <a:srgbClr val="777777"/>
                </a:solidFill>
                <a:latin typeface="Arial Unicode MS"/>
                <a:ea typeface="Arial Unicode MS"/>
                <a:cs typeface="Arial Unicode MS"/>
              </a:defRPr>
            </a:lvl4pPr>
            <a:lvl5pPr algn="r">
              <a:defRPr sz="1200" b="0">
                <a:solidFill>
                  <a:srgbClr val="777777"/>
                </a:solidFill>
                <a:latin typeface="Arial Unicode MS"/>
                <a:ea typeface="Arial Unicode MS"/>
                <a:cs typeface="Arial Unicode MS"/>
              </a:defRPr>
            </a:lvl5pPr>
            <a:lvl6pPr algn="r">
              <a:defRPr sz="1200" b="0">
                <a:solidFill>
                  <a:srgbClr val="777777"/>
                </a:solidFill>
                <a:latin typeface="Arial Unicode MS"/>
                <a:ea typeface="Arial Unicode MS"/>
                <a:cs typeface="Arial Unicode MS"/>
              </a:defRPr>
            </a:lvl6pPr>
            <a:lvl7pPr algn="r">
              <a:defRPr sz="1200" b="0">
                <a:solidFill>
                  <a:srgbClr val="777777"/>
                </a:solidFill>
                <a:latin typeface="Arial Unicode MS"/>
                <a:ea typeface="Arial Unicode MS"/>
                <a:cs typeface="Arial Unicode MS"/>
              </a:defRPr>
            </a:lvl7pPr>
            <a:lvl8pPr algn="r">
              <a:defRPr sz="1200" b="0">
                <a:solidFill>
                  <a:srgbClr val="777777"/>
                </a:solidFill>
                <a:latin typeface="Arial Unicode MS"/>
                <a:ea typeface="Arial Unicode MS"/>
                <a:cs typeface="Arial Unicode MS"/>
              </a:defRPr>
            </a:lvl8pPr>
            <a:lvl9pPr algn="r">
              <a:defRPr sz="1200" b="0">
                <a:solidFill>
                  <a:srgbClr val="777777"/>
                </a:solidFill>
                <a:latin typeface="Arial Unicode MS"/>
                <a:ea typeface="Arial Unicode MS"/>
                <a:cs typeface="Arial Unicode MS"/>
              </a:defRPr>
            </a:lvl9pPr>
          </a:lstStyle>
          <a:p xmlns:a="http://schemas.openxmlformats.org/drawingml/2006/main">
            <a:pPr algn="r">
              <a:defRPr sz="1200" b="0">
                <a:solidFill>
                  <a:srgbClr val="777777"/>
                </a:solidFill>
                <a:latin typeface="Arial Unicode MS"/>
                <a:ea typeface="Arial Unicode MS"/>
                <a:cs typeface="Arial Unicode MS"/>
              </a:defRPr>
            </a:pPr>
            <a:r>
              <a:rPr sz="1200" b="0">
                <a:solidFill>
                  <a:srgbClr val="777777"/>
                </a:solidFill>
                <a:latin typeface="Arial Unicode MS"/>
                <a:ea typeface="Arial Unicode MS"/>
                <a:cs typeface="Arial Unicode MS"/>
              </a:rPr>
              <a:t>3 / 16</a:t>
            </a:r>
          </a:p>
        </p:txBody>
      </p:sp>
      <p:sp>
        <p:nvSpPr>
          <p:cNvPr id="11" name="">
            <a:extLst xmlns:a="http://schemas.openxmlformats.org/drawingml/2006/main">
              <a:ext uri="{FF2B5EF4-FFF2-40B4-BE49-F238E27FC236}">
                <a16:creationId xmlns:a16="http://schemas.microsoft.com/office/drawing/2014/main" id="{DE4F8D48-2FD0-413E-A1E2-490449EE3DC4}"/>
              </a:ext>
            </a:extLst>
          </p:cNvPr>
          <p:cNvSpPr>
            <a:spLocks xmlns:a="http://schemas.openxmlformats.org/drawingml/2006/main" noGrp="1"/>
          </p:cNvSpPr>
          <p:nvPr/>
        </p:nvSpPr>
        <p:spPr>
          <a:xfrm xmlns:a="http://schemas.openxmlformats.org/drawingml/2006/main">
            <a:off x="1924050" y="2047875"/>
            <a:ext cx="9029700" cy="1476375"/>
          </a:xfrm>
          <a:prstGeom xmlns:a="http://schemas.openxmlformats.org/drawingml/2006/main" prst="rect">
            <a:avLst/>
          </a:prstGeom>
          <a:solidFill xmlns:a="http://schemas.openxmlformats.org/drawingml/2006/main">
            <a:srgbClr val="EAEAF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10CCDC4-9CFB-4CB2-BDB2-74DF892888CB}"/>
              </a:ext>
            </a:extLst>
          </p:cNvPr>
          <p:cNvSpPr>
            <a:spLocks xmlns:a="http://schemas.openxmlformats.org/drawingml/2006/main" noGrp="1"/>
          </p:cNvSpPr>
          <p:nvPr/>
        </p:nvSpPr>
        <p:spPr>
          <a:xfrm xmlns:a="http://schemas.openxmlformats.org/drawingml/2006/main">
            <a:off x="1924050" y="2047875"/>
            <a:ext cx="9029700" cy="409575"/>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9E20EC1-7488-4806-891D-F3CD2284D6D7}"/>
              </a:ext>
            </a:extLst>
          </p:cNvPr>
          <p:cNvSpPr>
            <a:spLocks xmlns:a="http://schemas.openxmlformats.org/drawingml/2006/main" noGrp="1"/>
          </p:cNvSpPr>
          <p:nvPr/>
        </p:nvSpPr>
        <p:spPr>
          <a:xfrm xmlns:a="http://schemas.openxmlformats.org/drawingml/2006/main">
            <a:off x="2076450" y="2066925"/>
            <a:ext cx="8715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FFFFFF"/>
                </a:solidFill>
                <a:latin typeface="Arial Unicode MS"/>
                <a:ea typeface="Arial Unicode MS"/>
                <a:cs typeface="Arial Unicode MS"/>
              </a:defRPr>
            </a:defPPr>
            <a:lvl1pPr algn="l">
              <a:defRPr sz="1875" b="0">
                <a:solidFill>
                  <a:srgbClr val="FFFFFF"/>
                </a:solidFill>
                <a:latin typeface="Arial Unicode MS"/>
                <a:ea typeface="Arial Unicode MS"/>
                <a:cs typeface="Arial Unicode MS"/>
              </a:defRPr>
            </a:lvl1pPr>
            <a:lvl2pPr algn="l">
              <a:defRPr sz="1875" b="0">
                <a:solidFill>
                  <a:srgbClr val="FFFFFF"/>
                </a:solidFill>
                <a:latin typeface="Arial Unicode MS"/>
                <a:ea typeface="Arial Unicode MS"/>
                <a:cs typeface="Arial Unicode MS"/>
              </a:defRPr>
            </a:lvl2pPr>
            <a:lvl3pPr algn="l">
              <a:defRPr sz="1875" b="0">
                <a:solidFill>
                  <a:srgbClr val="FFFFFF"/>
                </a:solidFill>
                <a:latin typeface="Arial Unicode MS"/>
                <a:ea typeface="Arial Unicode MS"/>
                <a:cs typeface="Arial Unicode MS"/>
              </a:defRPr>
            </a:lvl3pPr>
            <a:lvl4pPr algn="l">
              <a:defRPr sz="1875" b="0">
                <a:solidFill>
                  <a:srgbClr val="FFFFFF"/>
                </a:solidFill>
                <a:latin typeface="Arial Unicode MS"/>
                <a:ea typeface="Arial Unicode MS"/>
                <a:cs typeface="Arial Unicode MS"/>
              </a:defRPr>
            </a:lvl4pPr>
            <a:lvl5pPr algn="l">
              <a:defRPr sz="1875" b="0">
                <a:solidFill>
                  <a:srgbClr val="FFFFFF"/>
                </a:solidFill>
                <a:latin typeface="Arial Unicode MS"/>
                <a:ea typeface="Arial Unicode MS"/>
                <a:cs typeface="Arial Unicode MS"/>
              </a:defRPr>
            </a:lvl5pPr>
            <a:lvl6pPr algn="l">
              <a:defRPr sz="1875" b="0">
                <a:solidFill>
                  <a:srgbClr val="FFFFFF"/>
                </a:solidFill>
                <a:latin typeface="Arial Unicode MS"/>
                <a:ea typeface="Arial Unicode MS"/>
                <a:cs typeface="Arial Unicode MS"/>
              </a:defRPr>
            </a:lvl6pPr>
            <a:lvl7pPr algn="l">
              <a:defRPr sz="1875" b="0">
                <a:solidFill>
                  <a:srgbClr val="FFFFFF"/>
                </a:solidFill>
                <a:latin typeface="Arial Unicode MS"/>
                <a:ea typeface="Arial Unicode MS"/>
                <a:cs typeface="Arial Unicode MS"/>
              </a:defRPr>
            </a:lvl7pPr>
            <a:lvl8pPr algn="l">
              <a:defRPr sz="1875" b="0">
                <a:solidFill>
                  <a:srgbClr val="FFFFFF"/>
                </a:solidFill>
                <a:latin typeface="Arial Unicode MS"/>
                <a:ea typeface="Arial Unicode MS"/>
                <a:cs typeface="Arial Unicode MS"/>
              </a:defRPr>
            </a:lvl8pPr>
            <a:lvl9pPr algn="l">
              <a:defRPr sz="1875" b="0">
                <a:solidFill>
                  <a:srgbClr val="FFFFFF"/>
                </a:solidFill>
                <a:latin typeface="Arial Unicode MS"/>
                <a:ea typeface="Arial Unicode MS"/>
                <a:cs typeface="Arial Unicode MS"/>
              </a:defRPr>
            </a:lvl9pPr>
          </a:lstStyle>
          <a:p xmlns:a="http://schemas.openxmlformats.org/drawingml/2006/main">
            <a:pPr algn="l">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Why Pi Agent?</a:t>
            </a:r>
          </a:p>
        </p:txBody>
      </p:sp>
      <p:sp>
        <p:nvSpPr>
          <p:cNvPr id="14" name="">
            <a:extLst xmlns:a="http://schemas.openxmlformats.org/drawingml/2006/main">
              <a:ext uri="{FF2B5EF4-FFF2-40B4-BE49-F238E27FC236}">
                <a16:creationId xmlns:a16="http://schemas.microsoft.com/office/drawing/2014/main" id="{9C534503-F302-4411-AAEE-D6FB4AD01AED}"/>
              </a:ext>
            </a:extLst>
          </p:cNvPr>
          <p:cNvSpPr>
            <a:spLocks xmlns:a="http://schemas.openxmlformats.org/drawingml/2006/main" noGrp="1"/>
          </p:cNvSpPr>
          <p:nvPr/>
        </p:nvSpPr>
        <p:spPr>
          <a:xfrm xmlns:a="http://schemas.openxmlformats.org/drawingml/2006/main">
            <a:off x="2133600" y="260032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11111"/>
                </a:solidFill>
                <a:latin typeface="Arial Unicode MS"/>
                <a:ea typeface="Arial Unicode MS"/>
                <a:cs typeface="Arial Unicode MS"/>
              </a:defRPr>
            </a:defPPr>
            <a:lvl1pPr algn="l">
              <a:defRPr sz="2025" b="0">
                <a:solidFill>
                  <a:srgbClr val="111111"/>
                </a:solidFill>
                <a:latin typeface="Arial Unicode MS"/>
                <a:ea typeface="Arial Unicode MS"/>
                <a:cs typeface="Arial Unicode MS"/>
              </a:defRPr>
            </a:lvl1pPr>
            <a:lvl2pPr algn="l">
              <a:defRPr sz="2025" b="0">
                <a:solidFill>
                  <a:srgbClr val="111111"/>
                </a:solidFill>
                <a:latin typeface="Arial Unicode MS"/>
                <a:ea typeface="Arial Unicode MS"/>
                <a:cs typeface="Arial Unicode MS"/>
              </a:defRPr>
            </a:lvl2pPr>
            <a:lvl3pPr algn="l">
              <a:defRPr sz="2025" b="0">
                <a:solidFill>
                  <a:srgbClr val="111111"/>
                </a:solidFill>
                <a:latin typeface="Arial Unicode MS"/>
                <a:ea typeface="Arial Unicode MS"/>
                <a:cs typeface="Arial Unicode MS"/>
              </a:defRPr>
            </a:lvl3pPr>
            <a:lvl4pPr algn="l">
              <a:defRPr sz="2025" b="0">
                <a:solidFill>
                  <a:srgbClr val="111111"/>
                </a:solidFill>
                <a:latin typeface="Arial Unicode MS"/>
                <a:ea typeface="Arial Unicode MS"/>
                <a:cs typeface="Arial Unicode MS"/>
              </a:defRPr>
            </a:lvl4pPr>
            <a:lvl5pPr algn="l">
              <a:defRPr sz="2025" b="0">
                <a:solidFill>
                  <a:srgbClr val="111111"/>
                </a:solidFill>
                <a:latin typeface="Arial Unicode MS"/>
                <a:ea typeface="Arial Unicode MS"/>
                <a:cs typeface="Arial Unicode MS"/>
              </a:defRPr>
            </a:lvl5pPr>
            <a:lvl6pPr algn="l">
              <a:defRPr sz="2025" b="0">
                <a:solidFill>
                  <a:srgbClr val="111111"/>
                </a:solidFill>
                <a:latin typeface="Arial Unicode MS"/>
                <a:ea typeface="Arial Unicode MS"/>
                <a:cs typeface="Arial Unicode MS"/>
              </a:defRPr>
            </a:lvl6pPr>
            <a:lvl7pPr algn="l">
              <a:defRPr sz="2025" b="0">
                <a:solidFill>
                  <a:srgbClr val="111111"/>
                </a:solidFill>
                <a:latin typeface="Arial Unicode MS"/>
                <a:ea typeface="Arial Unicode MS"/>
                <a:cs typeface="Arial Unicode MS"/>
              </a:defRPr>
            </a:lvl7pPr>
            <a:lvl8pPr algn="l">
              <a:defRPr sz="2025" b="0">
                <a:solidFill>
                  <a:srgbClr val="111111"/>
                </a:solidFill>
                <a:latin typeface="Arial Unicode MS"/>
                <a:ea typeface="Arial Unicode MS"/>
                <a:cs typeface="Arial Unicode MS"/>
              </a:defRPr>
            </a:lvl8pPr>
            <a:lvl9pPr algn="l">
              <a:defRPr sz="2025" b="0">
                <a:solidFill>
                  <a:srgbClr val="111111"/>
                </a:solidFill>
                <a:latin typeface="Arial Unicode MS"/>
                <a:ea typeface="Arial Unicode MS"/>
                <a:cs typeface="Arial Unicode MS"/>
              </a:defRPr>
            </a:lvl9pPr>
          </a:lstStyle>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Exposes reasoning and compaction settings</a:t>
            </a:r>
          </a:p>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Supports a version-pinned runtime and inspectable task traces</a:t>
            </a:r>
          </a:p>
        </p:txBody>
      </p:sp>
      <p:sp>
        <p:nvSpPr>
          <p:cNvPr id="15" name="">
            <a:extLst xmlns:a="http://schemas.openxmlformats.org/drawingml/2006/main">
              <a:ext uri="{FF2B5EF4-FFF2-40B4-BE49-F238E27FC236}">
                <a16:creationId xmlns:a16="http://schemas.microsoft.com/office/drawing/2014/main" id="{C790E997-F734-421A-B631-A6838CD16BE9}"/>
              </a:ext>
            </a:extLst>
          </p:cNvPr>
          <p:cNvSpPr>
            <a:spLocks xmlns:a="http://schemas.openxmlformats.org/drawingml/2006/main" noGrp="1"/>
          </p:cNvSpPr>
          <p:nvPr/>
        </p:nvSpPr>
        <p:spPr>
          <a:xfrm xmlns:a="http://schemas.openxmlformats.org/drawingml/2006/main">
            <a:off x="1924050" y="3857625"/>
            <a:ext cx="9029700" cy="1476375"/>
          </a:xfrm>
          <a:prstGeom xmlns:a="http://schemas.openxmlformats.org/drawingml/2006/main" prst="rect">
            <a:avLst/>
          </a:prstGeom>
          <a:solidFill xmlns:a="http://schemas.openxmlformats.org/drawingml/2006/main">
            <a:srgbClr val="EAEAF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7AC396C-D058-49C4-8EAB-7515A5A84FB3}"/>
              </a:ext>
            </a:extLst>
          </p:cNvPr>
          <p:cNvSpPr>
            <a:spLocks xmlns:a="http://schemas.openxmlformats.org/drawingml/2006/main" noGrp="1"/>
          </p:cNvSpPr>
          <p:nvPr/>
        </p:nvSpPr>
        <p:spPr>
          <a:xfrm xmlns:a="http://schemas.openxmlformats.org/drawingml/2006/main">
            <a:off x="1924050" y="3857625"/>
            <a:ext cx="9029700" cy="409575"/>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B266295-4C76-4DE0-A061-ECF36A11847F}"/>
              </a:ext>
            </a:extLst>
          </p:cNvPr>
          <p:cNvSpPr>
            <a:spLocks xmlns:a="http://schemas.openxmlformats.org/drawingml/2006/main" noGrp="1"/>
          </p:cNvSpPr>
          <p:nvPr/>
        </p:nvSpPr>
        <p:spPr>
          <a:xfrm xmlns:a="http://schemas.openxmlformats.org/drawingml/2006/main">
            <a:off x="2076450" y="3876675"/>
            <a:ext cx="8715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FFFFFF"/>
                </a:solidFill>
                <a:latin typeface="Arial Unicode MS"/>
                <a:ea typeface="Arial Unicode MS"/>
                <a:cs typeface="Arial Unicode MS"/>
              </a:defRPr>
            </a:defPPr>
            <a:lvl1pPr algn="l">
              <a:defRPr sz="1875" b="0">
                <a:solidFill>
                  <a:srgbClr val="FFFFFF"/>
                </a:solidFill>
                <a:latin typeface="Arial Unicode MS"/>
                <a:ea typeface="Arial Unicode MS"/>
                <a:cs typeface="Arial Unicode MS"/>
              </a:defRPr>
            </a:lvl1pPr>
            <a:lvl2pPr algn="l">
              <a:defRPr sz="1875" b="0">
                <a:solidFill>
                  <a:srgbClr val="FFFFFF"/>
                </a:solidFill>
                <a:latin typeface="Arial Unicode MS"/>
                <a:ea typeface="Arial Unicode MS"/>
                <a:cs typeface="Arial Unicode MS"/>
              </a:defRPr>
            </a:lvl2pPr>
            <a:lvl3pPr algn="l">
              <a:defRPr sz="1875" b="0">
                <a:solidFill>
                  <a:srgbClr val="FFFFFF"/>
                </a:solidFill>
                <a:latin typeface="Arial Unicode MS"/>
                <a:ea typeface="Arial Unicode MS"/>
                <a:cs typeface="Arial Unicode MS"/>
              </a:defRPr>
            </a:lvl3pPr>
            <a:lvl4pPr algn="l">
              <a:defRPr sz="1875" b="0">
                <a:solidFill>
                  <a:srgbClr val="FFFFFF"/>
                </a:solidFill>
                <a:latin typeface="Arial Unicode MS"/>
                <a:ea typeface="Arial Unicode MS"/>
                <a:cs typeface="Arial Unicode MS"/>
              </a:defRPr>
            </a:lvl4pPr>
            <a:lvl5pPr algn="l">
              <a:defRPr sz="1875" b="0">
                <a:solidFill>
                  <a:srgbClr val="FFFFFF"/>
                </a:solidFill>
                <a:latin typeface="Arial Unicode MS"/>
                <a:ea typeface="Arial Unicode MS"/>
                <a:cs typeface="Arial Unicode MS"/>
              </a:defRPr>
            </a:lvl5pPr>
            <a:lvl6pPr algn="l">
              <a:defRPr sz="1875" b="0">
                <a:solidFill>
                  <a:srgbClr val="FFFFFF"/>
                </a:solidFill>
                <a:latin typeface="Arial Unicode MS"/>
                <a:ea typeface="Arial Unicode MS"/>
                <a:cs typeface="Arial Unicode MS"/>
              </a:defRPr>
            </a:lvl6pPr>
            <a:lvl7pPr algn="l">
              <a:defRPr sz="1875" b="0">
                <a:solidFill>
                  <a:srgbClr val="FFFFFF"/>
                </a:solidFill>
                <a:latin typeface="Arial Unicode MS"/>
                <a:ea typeface="Arial Unicode MS"/>
                <a:cs typeface="Arial Unicode MS"/>
              </a:defRPr>
            </a:lvl7pPr>
            <a:lvl8pPr algn="l">
              <a:defRPr sz="1875" b="0">
                <a:solidFill>
                  <a:srgbClr val="FFFFFF"/>
                </a:solidFill>
                <a:latin typeface="Arial Unicode MS"/>
                <a:ea typeface="Arial Unicode MS"/>
                <a:cs typeface="Arial Unicode MS"/>
              </a:defRPr>
            </a:lvl8pPr>
            <a:lvl9pPr algn="l">
              <a:defRPr sz="1875" b="0">
                <a:solidFill>
                  <a:srgbClr val="FFFFFF"/>
                </a:solidFill>
                <a:latin typeface="Arial Unicode MS"/>
                <a:ea typeface="Arial Unicode MS"/>
                <a:cs typeface="Arial Unicode MS"/>
              </a:defRPr>
            </a:lvl9pPr>
          </a:lstStyle>
          <a:p xmlns:a="http://schemas.openxmlformats.org/drawingml/2006/main">
            <a:pPr algn="l">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Why gpt-5.4-mini?</a:t>
            </a:r>
          </a:p>
        </p:txBody>
      </p:sp>
      <p:sp>
        <p:nvSpPr>
          <p:cNvPr id="18" name="">
            <a:extLst xmlns:a="http://schemas.openxmlformats.org/drawingml/2006/main">
              <a:ext uri="{FF2B5EF4-FFF2-40B4-BE49-F238E27FC236}">
                <a16:creationId xmlns:a16="http://schemas.microsoft.com/office/drawing/2014/main" id="{1BF3BC0A-5F5A-46B9-A28D-F83682B70997}"/>
              </a:ext>
            </a:extLst>
          </p:cNvPr>
          <p:cNvSpPr>
            <a:spLocks xmlns:a="http://schemas.openxmlformats.org/drawingml/2006/main" noGrp="1"/>
          </p:cNvSpPr>
          <p:nvPr/>
        </p:nvSpPr>
        <p:spPr>
          <a:xfrm xmlns:a="http://schemas.openxmlformats.org/drawingml/2006/main">
            <a:off x="2133600" y="44100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11111"/>
                </a:solidFill>
                <a:latin typeface="Arial Unicode MS"/>
                <a:ea typeface="Arial Unicode MS"/>
                <a:cs typeface="Arial Unicode MS"/>
              </a:defRPr>
            </a:defPPr>
            <a:lvl1pPr algn="l">
              <a:defRPr sz="2025" b="0">
                <a:solidFill>
                  <a:srgbClr val="111111"/>
                </a:solidFill>
                <a:latin typeface="Arial Unicode MS"/>
                <a:ea typeface="Arial Unicode MS"/>
                <a:cs typeface="Arial Unicode MS"/>
              </a:defRPr>
            </a:lvl1pPr>
            <a:lvl2pPr algn="l">
              <a:defRPr sz="2025" b="0">
                <a:solidFill>
                  <a:srgbClr val="111111"/>
                </a:solidFill>
                <a:latin typeface="Arial Unicode MS"/>
                <a:ea typeface="Arial Unicode MS"/>
                <a:cs typeface="Arial Unicode MS"/>
              </a:defRPr>
            </a:lvl2pPr>
            <a:lvl3pPr algn="l">
              <a:defRPr sz="2025" b="0">
                <a:solidFill>
                  <a:srgbClr val="111111"/>
                </a:solidFill>
                <a:latin typeface="Arial Unicode MS"/>
                <a:ea typeface="Arial Unicode MS"/>
                <a:cs typeface="Arial Unicode MS"/>
              </a:defRPr>
            </a:lvl3pPr>
            <a:lvl4pPr algn="l">
              <a:defRPr sz="2025" b="0">
                <a:solidFill>
                  <a:srgbClr val="111111"/>
                </a:solidFill>
                <a:latin typeface="Arial Unicode MS"/>
                <a:ea typeface="Arial Unicode MS"/>
                <a:cs typeface="Arial Unicode MS"/>
              </a:defRPr>
            </a:lvl4pPr>
            <a:lvl5pPr algn="l">
              <a:defRPr sz="2025" b="0">
                <a:solidFill>
                  <a:srgbClr val="111111"/>
                </a:solidFill>
                <a:latin typeface="Arial Unicode MS"/>
                <a:ea typeface="Arial Unicode MS"/>
                <a:cs typeface="Arial Unicode MS"/>
              </a:defRPr>
            </a:lvl5pPr>
            <a:lvl6pPr algn="l">
              <a:defRPr sz="2025" b="0">
                <a:solidFill>
                  <a:srgbClr val="111111"/>
                </a:solidFill>
                <a:latin typeface="Arial Unicode MS"/>
                <a:ea typeface="Arial Unicode MS"/>
                <a:cs typeface="Arial Unicode MS"/>
              </a:defRPr>
            </a:lvl6pPr>
            <a:lvl7pPr algn="l">
              <a:defRPr sz="2025" b="0">
                <a:solidFill>
                  <a:srgbClr val="111111"/>
                </a:solidFill>
                <a:latin typeface="Arial Unicode MS"/>
                <a:ea typeface="Arial Unicode MS"/>
                <a:cs typeface="Arial Unicode MS"/>
              </a:defRPr>
            </a:lvl7pPr>
            <a:lvl8pPr algn="l">
              <a:defRPr sz="2025" b="0">
                <a:solidFill>
                  <a:srgbClr val="111111"/>
                </a:solidFill>
                <a:latin typeface="Arial Unicode MS"/>
                <a:ea typeface="Arial Unicode MS"/>
                <a:cs typeface="Arial Unicode MS"/>
              </a:defRPr>
            </a:lvl8pPr>
            <a:lvl9pPr algn="l">
              <a:defRPr sz="2025" b="0">
                <a:solidFill>
                  <a:srgbClr val="111111"/>
                </a:solidFill>
                <a:latin typeface="Arial Unicode MS"/>
                <a:ea typeface="Arial Unicode MS"/>
                <a:cs typeface="Arial Unicode MS"/>
              </a:defRPr>
            </a:lvl9pPr>
          </a:lstStyle>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Available through the project’s OpenAI account under a $60 limit</a:t>
            </a:r>
          </a:p>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Held fixed across methods to isolate configuration search</a:t>
            </a:r>
          </a:p>
        </p:txBody>
      </p:sp>
      <p:sp>
        <p:nvSpPr>
          <p:cNvPr id="19" name="">
            <a:extLst xmlns:a="http://schemas.openxmlformats.org/drawingml/2006/main">
              <a:ext uri="{FF2B5EF4-FFF2-40B4-BE49-F238E27FC236}">
                <a16:creationId xmlns:a16="http://schemas.microsoft.com/office/drawing/2014/main" id="{E53B37FD-F04F-49DA-85D7-AA3B534C2517}"/>
              </a:ext>
            </a:extLst>
          </p:cNvPr>
          <p:cNvSpPr>
            <a:spLocks xmlns:a="http://schemas.openxmlformats.org/drawingml/2006/main" noGrp="1"/>
          </p:cNvSpPr>
          <p:nvPr/>
        </p:nvSpPr>
        <p:spPr>
          <a:xfrm xmlns:a="http://schemas.openxmlformats.org/drawingml/2006/main">
            <a:off x="1924050" y="5667375"/>
            <a:ext cx="9029700" cy="1476375"/>
          </a:xfrm>
          <a:prstGeom xmlns:a="http://schemas.openxmlformats.org/drawingml/2006/main" prst="rect">
            <a:avLst/>
          </a:prstGeom>
          <a:solidFill xmlns:a="http://schemas.openxmlformats.org/drawingml/2006/main">
            <a:srgbClr val="EAEAF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3E986A1-F179-45AA-8CCC-3931CA72687A}"/>
              </a:ext>
            </a:extLst>
          </p:cNvPr>
          <p:cNvSpPr>
            <a:spLocks xmlns:a="http://schemas.openxmlformats.org/drawingml/2006/main" noGrp="1"/>
          </p:cNvSpPr>
          <p:nvPr/>
        </p:nvSpPr>
        <p:spPr>
          <a:xfrm xmlns:a="http://schemas.openxmlformats.org/drawingml/2006/main">
            <a:off x="1924050" y="5667375"/>
            <a:ext cx="9029700" cy="409575"/>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B664808-954F-4942-983B-F8D057A73BC7}"/>
              </a:ext>
            </a:extLst>
          </p:cNvPr>
          <p:cNvSpPr>
            <a:spLocks xmlns:a="http://schemas.openxmlformats.org/drawingml/2006/main" noGrp="1"/>
          </p:cNvSpPr>
          <p:nvPr/>
        </p:nvSpPr>
        <p:spPr>
          <a:xfrm xmlns:a="http://schemas.openxmlformats.org/drawingml/2006/main">
            <a:off x="2076450" y="5686425"/>
            <a:ext cx="8715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FFFFFF"/>
                </a:solidFill>
                <a:latin typeface="Arial Unicode MS"/>
                <a:ea typeface="Arial Unicode MS"/>
                <a:cs typeface="Arial Unicode MS"/>
              </a:defRPr>
            </a:defPPr>
            <a:lvl1pPr algn="l">
              <a:defRPr sz="1875" b="0">
                <a:solidFill>
                  <a:srgbClr val="FFFFFF"/>
                </a:solidFill>
                <a:latin typeface="Arial Unicode MS"/>
                <a:ea typeface="Arial Unicode MS"/>
                <a:cs typeface="Arial Unicode MS"/>
              </a:defRPr>
            </a:lvl1pPr>
            <a:lvl2pPr algn="l">
              <a:defRPr sz="1875" b="0">
                <a:solidFill>
                  <a:srgbClr val="FFFFFF"/>
                </a:solidFill>
                <a:latin typeface="Arial Unicode MS"/>
                <a:ea typeface="Arial Unicode MS"/>
                <a:cs typeface="Arial Unicode MS"/>
              </a:defRPr>
            </a:lvl2pPr>
            <a:lvl3pPr algn="l">
              <a:defRPr sz="1875" b="0">
                <a:solidFill>
                  <a:srgbClr val="FFFFFF"/>
                </a:solidFill>
                <a:latin typeface="Arial Unicode MS"/>
                <a:ea typeface="Arial Unicode MS"/>
                <a:cs typeface="Arial Unicode MS"/>
              </a:defRPr>
            </a:lvl3pPr>
            <a:lvl4pPr algn="l">
              <a:defRPr sz="1875" b="0">
                <a:solidFill>
                  <a:srgbClr val="FFFFFF"/>
                </a:solidFill>
                <a:latin typeface="Arial Unicode MS"/>
                <a:ea typeface="Arial Unicode MS"/>
                <a:cs typeface="Arial Unicode MS"/>
              </a:defRPr>
            </a:lvl4pPr>
            <a:lvl5pPr algn="l">
              <a:defRPr sz="1875" b="0">
                <a:solidFill>
                  <a:srgbClr val="FFFFFF"/>
                </a:solidFill>
                <a:latin typeface="Arial Unicode MS"/>
                <a:ea typeface="Arial Unicode MS"/>
                <a:cs typeface="Arial Unicode MS"/>
              </a:defRPr>
            </a:lvl5pPr>
            <a:lvl6pPr algn="l">
              <a:defRPr sz="1875" b="0">
                <a:solidFill>
                  <a:srgbClr val="FFFFFF"/>
                </a:solidFill>
                <a:latin typeface="Arial Unicode MS"/>
                <a:ea typeface="Arial Unicode MS"/>
                <a:cs typeface="Arial Unicode MS"/>
              </a:defRPr>
            </a:lvl6pPr>
            <a:lvl7pPr algn="l">
              <a:defRPr sz="1875" b="0">
                <a:solidFill>
                  <a:srgbClr val="FFFFFF"/>
                </a:solidFill>
                <a:latin typeface="Arial Unicode MS"/>
                <a:ea typeface="Arial Unicode MS"/>
                <a:cs typeface="Arial Unicode MS"/>
              </a:defRPr>
            </a:lvl7pPr>
            <a:lvl8pPr algn="l">
              <a:defRPr sz="1875" b="0">
                <a:solidFill>
                  <a:srgbClr val="FFFFFF"/>
                </a:solidFill>
                <a:latin typeface="Arial Unicode MS"/>
                <a:ea typeface="Arial Unicode MS"/>
                <a:cs typeface="Arial Unicode MS"/>
              </a:defRPr>
            </a:lvl8pPr>
            <a:lvl9pPr algn="l">
              <a:defRPr sz="1875" b="0">
                <a:solidFill>
                  <a:srgbClr val="FFFFFF"/>
                </a:solidFill>
                <a:latin typeface="Arial Unicode MS"/>
                <a:ea typeface="Arial Unicode MS"/>
                <a:cs typeface="Arial Unicode MS"/>
              </a:defRPr>
            </a:lvl9pPr>
          </a:lstStyle>
          <a:p xmlns:a="http://schemas.openxmlformats.org/drawingml/2006/main">
            <a:pPr algn="l">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Why SkillsBench?</a:t>
            </a:r>
          </a:p>
        </p:txBody>
      </p:sp>
      <p:sp>
        <p:nvSpPr>
          <p:cNvPr id="22" name="">
            <a:extLst xmlns:a="http://schemas.openxmlformats.org/drawingml/2006/main">
              <a:ext uri="{FF2B5EF4-FFF2-40B4-BE49-F238E27FC236}">
                <a16:creationId xmlns:a16="http://schemas.microsoft.com/office/drawing/2014/main" id="{D4F04F76-F58B-4690-A81A-DD8127C28F36}"/>
              </a:ext>
            </a:extLst>
          </p:cNvPr>
          <p:cNvSpPr>
            <a:spLocks xmlns:a="http://schemas.openxmlformats.org/drawingml/2006/main" noGrp="1"/>
          </p:cNvSpPr>
          <p:nvPr/>
        </p:nvSpPr>
        <p:spPr>
          <a:xfrm xmlns:a="http://schemas.openxmlformats.org/drawingml/2006/main">
            <a:off x="2133600" y="621982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11111"/>
                </a:solidFill>
                <a:latin typeface="Arial Unicode MS"/>
                <a:ea typeface="Arial Unicode MS"/>
                <a:cs typeface="Arial Unicode MS"/>
              </a:defRPr>
            </a:defPPr>
            <a:lvl1pPr algn="l">
              <a:defRPr sz="2025" b="0">
                <a:solidFill>
                  <a:srgbClr val="111111"/>
                </a:solidFill>
                <a:latin typeface="Arial Unicode MS"/>
                <a:ea typeface="Arial Unicode MS"/>
                <a:cs typeface="Arial Unicode MS"/>
              </a:defRPr>
            </a:lvl1pPr>
            <a:lvl2pPr algn="l">
              <a:defRPr sz="2025" b="0">
                <a:solidFill>
                  <a:srgbClr val="111111"/>
                </a:solidFill>
                <a:latin typeface="Arial Unicode MS"/>
                <a:ea typeface="Arial Unicode MS"/>
                <a:cs typeface="Arial Unicode MS"/>
              </a:defRPr>
            </a:lvl2pPr>
            <a:lvl3pPr algn="l">
              <a:defRPr sz="2025" b="0">
                <a:solidFill>
                  <a:srgbClr val="111111"/>
                </a:solidFill>
                <a:latin typeface="Arial Unicode MS"/>
                <a:ea typeface="Arial Unicode MS"/>
                <a:cs typeface="Arial Unicode MS"/>
              </a:defRPr>
            </a:lvl3pPr>
            <a:lvl4pPr algn="l">
              <a:defRPr sz="2025" b="0">
                <a:solidFill>
                  <a:srgbClr val="111111"/>
                </a:solidFill>
                <a:latin typeface="Arial Unicode MS"/>
                <a:ea typeface="Arial Unicode MS"/>
                <a:cs typeface="Arial Unicode MS"/>
              </a:defRPr>
            </a:lvl4pPr>
            <a:lvl5pPr algn="l">
              <a:defRPr sz="2025" b="0">
                <a:solidFill>
                  <a:srgbClr val="111111"/>
                </a:solidFill>
                <a:latin typeface="Arial Unicode MS"/>
                <a:ea typeface="Arial Unicode MS"/>
                <a:cs typeface="Arial Unicode MS"/>
              </a:defRPr>
            </a:lvl5pPr>
            <a:lvl6pPr algn="l">
              <a:defRPr sz="2025" b="0">
                <a:solidFill>
                  <a:srgbClr val="111111"/>
                </a:solidFill>
                <a:latin typeface="Arial Unicode MS"/>
                <a:ea typeface="Arial Unicode MS"/>
                <a:cs typeface="Arial Unicode MS"/>
              </a:defRPr>
            </a:lvl6pPr>
            <a:lvl7pPr algn="l">
              <a:defRPr sz="2025" b="0">
                <a:solidFill>
                  <a:srgbClr val="111111"/>
                </a:solidFill>
                <a:latin typeface="Arial Unicode MS"/>
                <a:ea typeface="Arial Unicode MS"/>
                <a:cs typeface="Arial Unicode MS"/>
              </a:defRPr>
            </a:lvl7pPr>
            <a:lvl8pPr algn="l">
              <a:defRPr sz="2025" b="0">
                <a:solidFill>
                  <a:srgbClr val="111111"/>
                </a:solidFill>
                <a:latin typeface="Arial Unicode MS"/>
                <a:ea typeface="Arial Unicode MS"/>
                <a:cs typeface="Arial Unicode MS"/>
              </a:defRPr>
            </a:lvl8pPr>
            <a:lvl9pPr algn="l">
              <a:defRPr sz="2025" b="0">
                <a:solidFill>
                  <a:srgbClr val="111111"/>
                </a:solidFill>
                <a:latin typeface="Arial Unicode MS"/>
                <a:ea typeface="Arial Unicode MS"/>
                <a:cs typeface="Arial Unicode MS"/>
              </a:defRPr>
            </a:lvl9pPr>
          </a:lstStyle>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Native skills and task verifiers support realistic evaluation</a:t>
            </a:r>
          </a:p>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A predeclared 8 + 8 task subset makes the study reproducible</a:t>
            </a:r>
          </a:p>
        </p:txBody>
      </p:sp>
      <p:sp>
        <p:nvSpPr>
          <p:cNvPr id="23" name="">
            <a:extLst xmlns:a="http://schemas.openxmlformats.org/drawingml/2006/main">
              <a:ext uri="{FF2B5EF4-FFF2-40B4-BE49-F238E27FC236}">
                <a16:creationId xmlns:a16="http://schemas.microsoft.com/office/drawing/2014/main" id="{4DF9DF39-9BB9-4FFF-9AA7-52BCA1C9CA39}"/>
              </a:ext>
            </a:extLst>
          </p:cNvPr>
          <p:cNvSpPr>
            <a:spLocks xmlns:a="http://schemas.openxmlformats.org/drawingml/2006/main" noGrp="1"/>
          </p:cNvSpPr>
          <p:nvPr/>
        </p:nvSpPr>
        <p:spPr>
          <a:xfrm xmlns:a="http://schemas.openxmlformats.org/drawingml/2006/main">
            <a:off x="2047875" y="7477125"/>
            <a:ext cx="885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3333B2"/>
                </a:solidFill>
                <a:latin typeface="Arial Unicode MS"/>
                <a:ea typeface="Arial Unicode MS"/>
                <a:cs typeface="Arial Unicode MS"/>
              </a:defRPr>
            </a:defPPr>
            <a:lvl1pPr algn="l">
              <a:defRPr sz="1725" b="0">
                <a:solidFill>
                  <a:srgbClr val="3333B2"/>
                </a:solidFill>
                <a:latin typeface="Arial Unicode MS"/>
                <a:ea typeface="Arial Unicode MS"/>
                <a:cs typeface="Arial Unicode MS"/>
              </a:defRPr>
            </a:lvl1pPr>
            <a:lvl2pPr algn="l">
              <a:defRPr sz="1725" b="0">
                <a:solidFill>
                  <a:srgbClr val="3333B2"/>
                </a:solidFill>
                <a:latin typeface="Arial Unicode MS"/>
                <a:ea typeface="Arial Unicode MS"/>
                <a:cs typeface="Arial Unicode MS"/>
              </a:defRPr>
            </a:lvl2pPr>
            <a:lvl3pPr algn="l">
              <a:defRPr sz="1725" b="0">
                <a:solidFill>
                  <a:srgbClr val="3333B2"/>
                </a:solidFill>
                <a:latin typeface="Arial Unicode MS"/>
                <a:ea typeface="Arial Unicode MS"/>
                <a:cs typeface="Arial Unicode MS"/>
              </a:defRPr>
            </a:lvl3pPr>
            <a:lvl4pPr algn="l">
              <a:defRPr sz="1725" b="0">
                <a:solidFill>
                  <a:srgbClr val="3333B2"/>
                </a:solidFill>
                <a:latin typeface="Arial Unicode MS"/>
                <a:ea typeface="Arial Unicode MS"/>
                <a:cs typeface="Arial Unicode MS"/>
              </a:defRPr>
            </a:lvl4pPr>
            <a:lvl5pPr algn="l">
              <a:defRPr sz="1725" b="0">
                <a:solidFill>
                  <a:srgbClr val="3333B2"/>
                </a:solidFill>
                <a:latin typeface="Arial Unicode MS"/>
                <a:ea typeface="Arial Unicode MS"/>
                <a:cs typeface="Arial Unicode MS"/>
              </a:defRPr>
            </a:lvl5pPr>
            <a:lvl6pPr algn="l">
              <a:defRPr sz="1725" b="0">
                <a:solidFill>
                  <a:srgbClr val="3333B2"/>
                </a:solidFill>
                <a:latin typeface="Arial Unicode MS"/>
                <a:ea typeface="Arial Unicode MS"/>
                <a:cs typeface="Arial Unicode MS"/>
              </a:defRPr>
            </a:lvl6pPr>
            <a:lvl7pPr algn="l">
              <a:defRPr sz="1725" b="0">
                <a:solidFill>
                  <a:srgbClr val="3333B2"/>
                </a:solidFill>
                <a:latin typeface="Arial Unicode MS"/>
                <a:ea typeface="Arial Unicode MS"/>
                <a:cs typeface="Arial Unicode MS"/>
              </a:defRPr>
            </a:lvl7pPr>
            <a:lvl8pPr algn="l">
              <a:defRPr sz="1725" b="0">
                <a:solidFill>
                  <a:srgbClr val="3333B2"/>
                </a:solidFill>
                <a:latin typeface="Arial Unicode MS"/>
                <a:ea typeface="Arial Unicode MS"/>
                <a:cs typeface="Arial Unicode MS"/>
              </a:defRPr>
            </a:lvl8pPr>
            <a:lvl9pPr algn="l">
              <a:defRPr sz="1725" b="0">
                <a:solidFill>
                  <a:srgbClr val="3333B2"/>
                </a:solidFill>
                <a:latin typeface="Arial Unicode MS"/>
                <a:ea typeface="Arial Unicode MS"/>
                <a:cs typeface="Arial Unicode MS"/>
              </a:defRPr>
            </a:lvl9pPr>
          </a:lstStyle>
          <a:p xmlns:a="http://schemas.openxmlformats.org/drawingml/2006/main">
            <a:pPr algn="l">
              <a:defRPr sz="1725" b="0">
                <a:solidFill>
                  <a:srgbClr val="3333B2"/>
                </a:solidFill>
                <a:latin typeface="Arial Unicode MS"/>
                <a:ea typeface="Arial Unicode MS"/>
                <a:cs typeface="Arial Unicode MS"/>
              </a:defRPr>
            </a:pPr>
            <a:r>
              <a:rPr sz="1725" b="0">
                <a:solidFill>
                  <a:srgbClr val="3333B2"/>
                </a:solidFill>
                <a:latin typeface="Arial Unicode MS"/>
                <a:ea typeface="Arial Unicode MS"/>
                <a:cs typeface="Arial Unicode MS"/>
              </a:rPr>
              <a:t>The model choice is practical. No cross-model ranking was tested.</a:t>
            </a:r>
          </a:p>
        </p:txBody>
      </p:sp>
    </p:spTree>
    <p:extLst>
      <p:ext uri="{BB962C8B-B14F-4D97-AF65-F5344CB8AC3E}">
        <p14:creationId xmlns:p14="http://schemas.microsoft.com/office/powerpoint/2010/main" val="11717792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A481DC4-502B-4BAB-984F-4A808AD98453}"/>
              </a:ext>
            </a:extLst>
          </p:cNvPr>
          <p:cNvSpPr>
            <a:spLocks xmlns:a="http://schemas.openxmlformats.org/drawingml/2006/main" noGrp="1"/>
          </p:cNvSpPr>
          <p:nvPr/>
        </p:nvSpPr>
        <p:spPr>
          <a:xfrm xmlns:a="http://schemas.openxmlformats.org/drawingml/2006/main">
            <a:off x="0" y="0"/>
            <a:ext cx="11430000" cy="142875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35FA7E4-1E81-48EE-B7A7-C3A75EB4A943}"/>
              </a:ext>
            </a:extLst>
          </p:cNvPr>
          <p:cNvSpPr>
            <a:spLocks xmlns:a="http://schemas.openxmlformats.org/drawingml/2006/main" noGrp="1"/>
          </p:cNvSpPr>
          <p:nvPr/>
        </p:nvSpPr>
        <p:spPr>
          <a:xfrm xmlns:a="http://schemas.openxmlformats.org/drawingml/2006/main">
            <a:off x="0" y="0"/>
            <a:ext cx="1428750" cy="857250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5F32D9-779A-475A-A83A-4D96C2CDA5C4}"/>
              </a:ext>
            </a:extLst>
          </p:cNvPr>
          <p:cNvSpPr>
            <a:spLocks xmlns:a="http://schemas.openxmlformats.org/drawingml/2006/main" noGrp="1"/>
          </p:cNvSpPr>
          <p:nvPr/>
        </p:nvSpPr>
        <p:spPr>
          <a:xfrm xmlns:a="http://schemas.openxmlformats.org/drawingml/2006/main">
            <a:off x="0" y="0"/>
            <a:ext cx="1428750" cy="1428750"/>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E7FB89-7E59-4890-B865-CB4C2F196B52}"/>
              </a:ext>
            </a:extLst>
          </p:cNvPr>
          <p:cNvSpPr>
            <a:spLocks xmlns:a="http://schemas.openxmlformats.org/drawingml/2006/main" noGrp="1"/>
          </p:cNvSpPr>
          <p:nvPr/>
        </p:nvSpPr>
        <p:spPr>
          <a:xfrm xmlns:a="http://schemas.openxmlformats.org/drawingml/2006/main">
            <a:off x="1952625" y="333375"/>
            <a:ext cx="895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FFFFFF"/>
                </a:solidFill>
                <a:latin typeface="Arial Unicode MS"/>
                <a:ea typeface="Arial Unicode MS"/>
                <a:cs typeface="Arial Unicode MS"/>
              </a:defRPr>
            </a:defPPr>
            <a:lvl1pPr algn="l">
              <a:defRPr sz="2625" b="0">
                <a:solidFill>
                  <a:srgbClr val="FFFFFF"/>
                </a:solidFill>
                <a:latin typeface="Arial Unicode MS"/>
                <a:ea typeface="Arial Unicode MS"/>
                <a:cs typeface="Arial Unicode MS"/>
              </a:defRPr>
            </a:lvl1pPr>
            <a:lvl2pPr algn="l">
              <a:defRPr sz="2625" b="0">
                <a:solidFill>
                  <a:srgbClr val="FFFFFF"/>
                </a:solidFill>
                <a:latin typeface="Arial Unicode MS"/>
                <a:ea typeface="Arial Unicode MS"/>
                <a:cs typeface="Arial Unicode MS"/>
              </a:defRPr>
            </a:lvl2pPr>
            <a:lvl3pPr algn="l">
              <a:defRPr sz="2625" b="0">
                <a:solidFill>
                  <a:srgbClr val="FFFFFF"/>
                </a:solidFill>
                <a:latin typeface="Arial Unicode MS"/>
                <a:ea typeface="Arial Unicode MS"/>
                <a:cs typeface="Arial Unicode MS"/>
              </a:defRPr>
            </a:lvl3pPr>
            <a:lvl4pPr algn="l">
              <a:defRPr sz="2625" b="0">
                <a:solidFill>
                  <a:srgbClr val="FFFFFF"/>
                </a:solidFill>
                <a:latin typeface="Arial Unicode MS"/>
                <a:ea typeface="Arial Unicode MS"/>
                <a:cs typeface="Arial Unicode MS"/>
              </a:defRPr>
            </a:lvl4pPr>
            <a:lvl5pPr algn="l">
              <a:defRPr sz="2625" b="0">
                <a:solidFill>
                  <a:srgbClr val="FFFFFF"/>
                </a:solidFill>
                <a:latin typeface="Arial Unicode MS"/>
                <a:ea typeface="Arial Unicode MS"/>
                <a:cs typeface="Arial Unicode MS"/>
              </a:defRPr>
            </a:lvl5pPr>
            <a:lvl6pPr algn="l">
              <a:defRPr sz="2625" b="0">
                <a:solidFill>
                  <a:srgbClr val="FFFFFF"/>
                </a:solidFill>
                <a:latin typeface="Arial Unicode MS"/>
                <a:ea typeface="Arial Unicode MS"/>
                <a:cs typeface="Arial Unicode MS"/>
              </a:defRPr>
            </a:lvl6pPr>
            <a:lvl7pPr algn="l">
              <a:defRPr sz="2625" b="0">
                <a:solidFill>
                  <a:srgbClr val="FFFFFF"/>
                </a:solidFill>
                <a:latin typeface="Arial Unicode MS"/>
                <a:ea typeface="Arial Unicode MS"/>
                <a:cs typeface="Arial Unicode MS"/>
              </a:defRPr>
            </a:lvl7pPr>
            <a:lvl8pPr algn="l">
              <a:defRPr sz="2625" b="0">
                <a:solidFill>
                  <a:srgbClr val="FFFFFF"/>
                </a:solidFill>
                <a:latin typeface="Arial Unicode MS"/>
                <a:ea typeface="Arial Unicode MS"/>
                <a:cs typeface="Arial Unicode MS"/>
              </a:defRPr>
            </a:lvl8pPr>
            <a:lvl9pPr algn="l">
              <a:defRPr sz="2625" b="0">
                <a:solidFill>
                  <a:srgbClr val="FFFFFF"/>
                </a:solidFill>
                <a:latin typeface="Arial Unicode MS"/>
                <a:ea typeface="Arial Unicode MS"/>
                <a:cs typeface="Arial Unicode MS"/>
              </a:defRPr>
            </a:lvl9pPr>
          </a:lstStyle>
          <a:p xmlns:a="http://schemas.openxmlformats.org/drawingml/2006/main">
            <a:pPr algn="l">
              <a:defRPr sz="2625" b="0">
                <a:solidFill>
                  <a:srgbClr val="FFFFFF"/>
                </a:solidFill>
                <a:latin typeface="Arial Unicode MS"/>
                <a:ea typeface="Arial Unicode MS"/>
                <a:cs typeface="Arial Unicode MS"/>
              </a:defRPr>
            </a:pPr>
            <a:r>
              <a:rPr sz="2625" b="0">
                <a:solidFill>
                  <a:srgbClr val="FFFFFF"/>
                </a:solidFill>
                <a:latin typeface="Arial Unicode MS"/>
                <a:ea typeface="Arial Unicode MS"/>
                <a:cs typeface="Arial Unicode MS"/>
              </a:rPr>
              <a:t>Harness, benchmark and search space</a:t>
            </a:r>
          </a:p>
        </p:txBody>
      </p:sp>
      <p:sp>
        <p:nvSpPr>
          <p:cNvPr id="6" name="">
            <a:extLst xmlns:a="http://schemas.openxmlformats.org/drawingml/2006/main">
              <a:ext uri="{FF2B5EF4-FFF2-40B4-BE49-F238E27FC236}">
                <a16:creationId xmlns:a16="http://schemas.microsoft.com/office/drawing/2014/main" id="{B703E203-2DB0-4439-9D68-94152CB705EB}"/>
              </a:ext>
            </a:extLst>
          </p:cNvPr>
          <p:cNvSpPr>
            <a:spLocks xmlns:a="http://schemas.openxmlformats.org/drawingml/2006/main" noGrp="1"/>
          </p:cNvSpPr>
          <p:nvPr/>
        </p:nvSpPr>
        <p:spPr>
          <a:xfrm xmlns:a="http://schemas.openxmlformats.org/drawingml/2006/main">
            <a:off x="114300" y="27622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FFFFFF"/>
                </a:solidFill>
                <a:latin typeface="Arial Unicode MS"/>
                <a:ea typeface="Arial Unicode MS"/>
                <a:cs typeface="Arial Unicode MS"/>
              </a:defRPr>
            </a:defPPr>
            <a:lvl1pPr algn="l">
              <a:defRPr sz="1200" b="0">
                <a:solidFill>
                  <a:srgbClr val="FFFFFF"/>
                </a:solidFill>
                <a:latin typeface="Arial Unicode MS"/>
                <a:ea typeface="Arial Unicode MS"/>
                <a:cs typeface="Arial Unicode MS"/>
              </a:defRPr>
            </a:lvl1pPr>
            <a:lvl2pPr algn="l">
              <a:defRPr sz="1200" b="0">
                <a:solidFill>
                  <a:srgbClr val="FFFFFF"/>
                </a:solidFill>
                <a:latin typeface="Arial Unicode MS"/>
                <a:ea typeface="Arial Unicode MS"/>
                <a:cs typeface="Arial Unicode MS"/>
              </a:defRPr>
            </a:lvl2pPr>
            <a:lvl3pPr algn="l">
              <a:defRPr sz="1200" b="0">
                <a:solidFill>
                  <a:srgbClr val="FFFFFF"/>
                </a:solidFill>
                <a:latin typeface="Arial Unicode MS"/>
                <a:ea typeface="Arial Unicode MS"/>
                <a:cs typeface="Arial Unicode MS"/>
              </a:defRPr>
            </a:lvl3pPr>
            <a:lvl4pPr algn="l">
              <a:defRPr sz="1200" b="0">
                <a:solidFill>
                  <a:srgbClr val="FFFFFF"/>
                </a:solidFill>
                <a:latin typeface="Arial Unicode MS"/>
                <a:ea typeface="Arial Unicode MS"/>
                <a:cs typeface="Arial Unicode MS"/>
              </a:defRPr>
            </a:lvl4pPr>
            <a:lvl5pPr algn="l">
              <a:defRPr sz="1200" b="0">
                <a:solidFill>
                  <a:srgbClr val="FFFFFF"/>
                </a:solidFill>
                <a:latin typeface="Arial Unicode MS"/>
                <a:ea typeface="Arial Unicode MS"/>
                <a:cs typeface="Arial Unicode MS"/>
              </a:defRPr>
            </a:lvl5pPr>
            <a:lvl6pPr algn="l">
              <a:defRPr sz="1200" b="0">
                <a:solidFill>
                  <a:srgbClr val="FFFFFF"/>
                </a:solidFill>
                <a:latin typeface="Arial Unicode MS"/>
                <a:ea typeface="Arial Unicode MS"/>
                <a:cs typeface="Arial Unicode MS"/>
              </a:defRPr>
            </a:lvl6pPr>
            <a:lvl7pPr algn="l">
              <a:defRPr sz="1200" b="0">
                <a:solidFill>
                  <a:srgbClr val="FFFFFF"/>
                </a:solidFill>
                <a:latin typeface="Arial Unicode MS"/>
                <a:ea typeface="Arial Unicode MS"/>
                <a:cs typeface="Arial Unicode MS"/>
              </a:defRPr>
            </a:lvl7pPr>
            <a:lvl8pPr algn="l">
              <a:defRPr sz="1200" b="0">
                <a:solidFill>
                  <a:srgbClr val="FFFFFF"/>
                </a:solidFill>
                <a:latin typeface="Arial Unicode MS"/>
                <a:ea typeface="Arial Unicode MS"/>
                <a:cs typeface="Arial Unicode MS"/>
              </a:defRPr>
            </a:lvl8pPr>
            <a:lvl9pPr algn="l">
              <a:defRPr sz="1200" b="0">
                <a:solidFill>
                  <a:srgbClr val="FFFFFF"/>
                </a:solidFill>
                <a:latin typeface="Arial Unicode MS"/>
                <a:ea typeface="Arial Unicode MS"/>
                <a:cs typeface="Arial Unicode MS"/>
              </a:defRPr>
            </a:lvl9pPr>
          </a:lstStyle>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Problem</a:t>
            </a:r>
          </a:p>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and design</a:t>
            </a:r>
          </a:p>
        </p:txBody>
      </p:sp>
      <p:sp>
        <p:nvSpPr>
          <p:cNvPr id="7" name="">
            <a:extLst xmlns:a="http://schemas.openxmlformats.org/drawingml/2006/main">
              <a:ext uri="{FF2B5EF4-FFF2-40B4-BE49-F238E27FC236}">
                <a16:creationId xmlns:a16="http://schemas.microsoft.com/office/drawing/2014/main" id="{0C88788C-935A-4109-B3C0-11272711E7F7}"/>
              </a:ext>
            </a:extLst>
          </p:cNvPr>
          <p:cNvSpPr>
            <a:spLocks xmlns:a="http://schemas.openxmlformats.org/drawingml/2006/main" noGrp="1"/>
          </p:cNvSpPr>
          <p:nvPr/>
        </p:nvSpPr>
        <p:spPr>
          <a:xfrm xmlns:a="http://schemas.openxmlformats.org/drawingml/2006/main">
            <a:off x="114300" y="37909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Search</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methods</a:t>
            </a:r>
          </a:p>
        </p:txBody>
      </p:sp>
      <p:sp>
        <p:nvSpPr>
          <p:cNvPr id="8" name="">
            <a:extLst xmlns:a="http://schemas.openxmlformats.org/drawingml/2006/main">
              <a:ext uri="{FF2B5EF4-FFF2-40B4-BE49-F238E27FC236}">
                <a16:creationId xmlns:a16="http://schemas.microsoft.com/office/drawing/2014/main" id="{485C9FDA-FAF0-4087-A15B-E26B0CC845D8}"/>
              </a:ext>
            </a:extLst>
          </p:cNvPr>
          <p:cNvSpPr>
            <a:spLocks xmlns:a="http://schemas.openxmlformats.org/drawingml/2006/main" noGrp="1"/>
          </p:cNvSpPr>
          <p:nvPr/>
        </p:nvSpPr>
        <p:spPr>
          <a:xfrm xmlns:a="http://schemas.openxmlformats.org/drawingml/2006/main">
            <a:off x="114300" y="48196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Validation</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results</a:t>
            </a:r>
          </a:p>
        </p:txBody>
      </p:sp>
      <p:sp>
        <p:nvSpPr>
          <p:cNvPr id="9" name="">
            <a:extLst xmlns:a="http://schemas.openxmlformats.org/drawingml/2006/main">
              <a:ext uri="{FF2B5EF4-FFF2-40B4-BE49-F238E27FC236}">
                <a16:creationId xmlns:a16="http://schemas.microsoft.com/office/drawing/2014/main" id="{57031725-66D7-416E-8894-A5FA722D4661}"/>
              </a:ext>
            </a:extLst>
          </p:cNvPr>
          <p:cNvSpPr>
            <a:spLocks xmlns:a="http://schemas.openxmlformats.org/drawingml/2006/main" noGrp="1"/>
          </p:cNvSpPr>
          <p:nvPr/>
        </p:nvSpPr>
        <p:spPr>
          <a:xfrm xmlns:a="http://schemas.openxmlformats.org/drawingml/2006/main">
            <a:off x="114300" y="58483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Analysis</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limits</a:t>
            </a:r>
          </a:p>
        </p:txBody>
      </p:sp>
      <p:sp>
        <p:nvSpPr>
          <p:cNvPr id="10" name="">
            <a:extLst xmlns:a="http://schemas.openxmlformats.org/drawingml/2006/main">
              <a:ext uri="{FF2B5EF4-FFF2-40B4-BE49-F238E27FC236}">
                <a16:creationId xmlns:a16="http://schemas.microsoft.com/office/drawing/2014/main" id="{038A4C45-3A96-404F-A3E6-85823EB5127D}"/>
              </a:ext>
            </a:extLst>
          </p:cNvPr>
          <p:cNvSpPr>
            <a:spLocks xmlns:a="http://schemas.openxmlformats.org/drawingml/2006/main" noGrp="1"/>
          </p:cNvSpPr>
          <p:nvPr/>
        </p:nvSpPr>
        <p:spPr>
          <a:xfrm xmlns:a="http://schemas.openxmlformats.org/drawingml/2006/main">
            <a:off x="10001250" y="80962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777777"/>
                </a:solidFill>
                <a:latin typeface="Arial Unicode MS"/>
                <a:ea typeface="Arial Unicode MS"/>
                <a:cs typeface="Arial Unicode MS"/>
              </a:defRPr>
            </a:defPPr>
            <a:lvl1pPr algn="r">
              <a:defRPr sz="1200" b="0">
                <a:solidFill>
                  <a:srgbClr val="777777"/>
                </a:solidFill>
                <a:latin typeface="Arial Unicode MS"/>
                <a:ea typeface="Arial Unicode MS"/>
                <a:cs typeface="Arial Unicode MS"/>
              </a:defRPr>
            </a:lvl1pPr>
            <a:lvl2pPr algn="r">
              <a:defRPr sz="1200" b="0">
                <a:solidFill>
                  <a:srgbClr val="777777"/>
                </a:solidFill>
                <a:latin typeface="Arial Unicode MS"/>
                <a:ea typeface="Arial Unicode MS"/>
                <a:cs typeface="Arial Unicode MS"/>
              </a:defRPr>
            </a:lvl2pPr>
            <a:lvl3pPr algn="r">
              <a:defRPr sz="1200" b="0">
                <a:solidFill>
                  <a:srgbClr val="777777"/>
                </a:solidFill>
                <a:latin typeface="Arial Unicode MS"/>
                <a:ea typeface="Arial Unicode MS"/>
                <a:cs typeface="Arial Unicode MS"/>
              </a:defRPr>
            </a:lvl3pPr>
            <a:lvl4pPr algn="r">
              <a:defRPr sz="1200" b="0">
                <a:solidFill>
                  <a:srgbClr val="777777"/>
                </a:solidFill>
                <a:latin typeface="Arial Unicode MS"/>
                <a:ea typeface="Arial Unicode MS"/>
                <a:cs typeface="Arial Unicode MS"/>
              </a:defRPr>
            </a:lvl4pPr>
            <a:lvl5pPr algn="r">
              <a:defRPr sz="1200" b="0">
                <a:solidFill>
                  <a:srgbClr val="777777"/>
                </a:solidFill>
                <a:latin typeface="Arial Unicode MS"/>
                <a:ea typeface="Arial Unicode MS"/>
                <a:cs typeface="Arial Unicode MS"/>
              </a:defRPr>
            </a:lvl5pPr>
            <a:lvl6pPr algn="r">
              <a:defRPr sz="1200" b="0">
                <a:solidFill>
                  <a:srgbClr val="777777"/>
                </a:solidFill>
                <a:latin typeface="Arial Unicode MS"/>
                <a:ea typeface="Arial Unicode MS"/>
                <a:cs typeface="Arial Unicode MS"/>
              </a:defRPr>
            </a:lvl6pPr>
            <a:lvl7pPr algn="r">
              <a:defRPr sz="1200" b="0">
                <a:solidFill>
                  <a:srgbClr val="777777"/>
                </a:solidFill>
                <a:latin typeface="Arial Unicode MS"/>
                <a:ea typeface="Arial Unicode MS"/>
                <a:cs typeface="Arial Unicode MS"/>
              </a:defRPr>
            </a:lvl7pPr>
            <a:lvl8pPr algn="r">
              <a:defRPr sz="1200" b="0">
                <a:solidFill>
                  <a:srgbClr val="777777"/>
                </a:solidFill>
                <a:latin typeface="Arial Unicode MS"/>
                <a:ea typeface="Arial Unicode MS"/>
                <a:cs typeface="Arial Unicode MS"/>
              </a:defRPr>
            </a:lvl8pPr>
            <a:lvl9pPr algn="r">
              <a:defRPr sz="1200" b="0">
                <a:solidFill>
                  <a:srgbClr val="777777"/>
                </a:solidFill>
                <a:latin typeface="Arial Unicode MS"/>
                <a:ea typeface="Arial Unicode MS"/>
                <a:cs typeface="Arial Unicode MS"/>
              </a:defRPr>
            </a:lvl9pPr>
          </a:lstStyle>
          <a:p xmlns:a="http://schemas.openxmlformats.org/drawingml/2006/main">
            <a:pPr algn="r">
              <a:defRPr sz="1200" b="0">
                <a:solidFill>
                  <a:srgbClr val="777777"/>
                </a:solidFill>
                <a:latin typeface="Arial Unicode MS"/>
                <a:ea typeface="Arial Unicode MS"/>
                <a:cs typeface="Arial Unicode MS"/>
              </a:defRPr>
            </a:pPr>
            <a:r>
              <a:rPr sz="1200" b="0">
                <a:solidFill>
                  <a:srgbClr val="777777"/>
                </a:solidFill>
                <a:latin typeface="Arial Unicode MS"/>
                <a:ea typeface="Arial Unicode MS"/>
                <a:cs typeface="Arial Unicode MS"/>
              </a:rPr>
              <a:t>4 / 16</a:t>
            </a:r>
          </a:p>
        </p:txBody>
      </p:sp>
      <p:sp>
        <p:nvSpPr>
          <p:cNvPr id="11" name="">
            <a:extLst xmlns:a="http://schemas.openxmlformats.org/drawingml/2006/main">
              <a:ext uri="{FF2B5EF4-FFF2-40B4-BE49-F238E27FC236}">
                <a16:creationId xmlns:a16="http://schemas.microsoft.com/office/drawing/2014/main" id="{078BFA5C-B3D0-4534-9756-F5FFF29D274A}"/>
              </a:ext>
            </a:extLst>
          </p:cNvPr>
          <p:cNvSpPr>
            <a:spLocks xmlns:a="http://schemas.openxmlformats.org/drawingml/2006/main" noGrp="1"/>
          </p:cNvSpPr>
          <p:nvPr/>
        </p:nvSpPr>
        <p:spPr>
          <a:xfrm xmlns:a="http://schemas.openxmlformats.org/drawingml/2006/main">
            <a:off x="2047875" y="1952625"/>
            <a:ext cx="885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11111"/>
                </a:solidFill>
                <a:latin typeface="Arial Unicode MS"/>
                <a:ea typeface="Arial Unicode MS"/>
                <a:cs typeface="Arial Unicode MS"/>
              </a:defRPr>
            </a:defPPr>
            <a:lvl1pPr algn="l">
              <a:defRPr sz="2100" b="0">
                <a:solidFill>
                  <a:srgbClr val="111111"/>
                </a:solidFill>
                <a:latin typeface="Arial Unicode MS"/>
                <a:ea typeface="Arial Unicode MS"/>
                <a:cs typeface="Arial Unicode MS"/>
              </a:defRPr>
            </a:lvl1pPr>
            <a:lvl2pPr algn="l">
              <a:defRPr sz="2100" b="0">
                <a:solidFill>
                  <a:srgbClr val="111111"/>
                </a:solidFill>
                <a:latin typeface="Arial Unicode MS"/>
                <a:ea typeface="Arial Unicode MS"/>
                <a:cs typeface="Arial Unicode MS"/>
              </a:defRPr>
            </a:lvl2pPr>
            <a:lvl3pPr algn="l">
              <a:defRPr sz="2100" b="0">
                <a:solidFill>
                  <a:srgbClr val="111111"/>
                </a:solidFill>
                <a:latin typeface="Arial Unicode MS"/>
                <a:ea typeface="Arial Unicode MS"/>
                <a:cs typeface="Arial Unicode MS"/>
              </a:defRPr>
            </a:lvl3pPr>
            <a:lvl4pPr algn="l">
              <a:defRPr sz="2100" b="0">
                <a:solidFill>
                  <a:srgbClr val="111111"/>
                </a:solidFill>
                <a:latin typeface="Arial Unicode MS"/>
                <a:ea typeface="Arial Unicode MS"/>
                <a:cs typeface="Arial Unicode MS"/>
              </a:defRPr>
            </a:lvl4pPr>
            <a:lvl5pPr algn="l">
              <a:defRPr sz="2100" b="0">
                <a:solidFill>
                  <a:srgbClr val="111111"/>
                </a:solidFill>
                <a:latin typeface="Arial Unicode MS"/>
                <a:ea typeface="Arial Unicode MS"/>
                <a:cs typeface="Arial Unicode MS"/>
              </a:defRPr>
            </a:lvl5pPr>
            <a:lvl6pPr algn="l">
              <a:defRPr sz="2100" b="0">
                <a:solidFill>
                  <a:srgbClr val="111111"/>
                </a:solidFill>
                <a:latin typeface="Arial Unicode MS"/>
                <a:ea typeface="Arial Unicode MS"/>
                <a:cs typeface="Arial Unicode MS"/>
              </a:defRPr>
            </a:lvl6pPr>
            <a:lvl7pPr algn="l">
              <a:defRPr sz="2100" b="0">
                <a:solidFill>
                  <a:srgbClr val="111111"/>
                </a:solidFill>
                <a:latin typeface="Arial Unicode MS"/>
                <a:ea typeface="Arial Unicode MS"/>
                <a:cs typeface="Arial Unicode MS"/>
              </a:defRPr>
            </a:lvl7pPr>
            <a:lvl8pPr algn="l">
              <a:defRPr sz="2100" b="0">
                <a:solidFill>
                  <a:srgbClr val="111111"/>
                </a:solidFill>
                <a:latin typeface="Arial Unicode MS"/>
                <a:ea typeface="Arial Unicode MS"/>
                <a:cs typeface="Arial Unicode MS"/>
              </a:defRPr>
            </a:lvl8pPr>
            <a:lvl9pPr algn="l">
              <a:defRPr sz="2100" b="0">
                <a:solidFill>
                  <a:srgbClr val="111111"/>
                </a:solidFill>
                <a:latin typeface="Arial Unicode MS"/>
                <a:ea typeface="Arial Unicode MS"/>
                <a:cs typeface="Arial Unicode MS"/>
              </a:defRPr>
            </a:lvl9pPr>
          </a:lstStyle>
          <a:p xmlns:a="http://schemas.openxmlformats.org/drawingml/2006/main">
            <a:pPr algn="l">
              <a:defRPr sz="2100" b="0">
                <a:solidFill>
                  <a:srgbClr val="111111"/>
                </a:solidFill>
                <a:latin typeface="Arial Unicode MS"/>
                <a:ea typeface="Arial Unicode MS"/>
                <a:cs typeface="Arial Unicode MS"/>
              </a:defRPr>
            </a:pPr>
            <a:r>
              <a:rPr sz="2100" b="0">
                <a:solidFill>
                  <a:srgbClr val="111111"/>
                </a:solidFill>
                <a:latin typeface="Arial Unicode MS"/>
                <a:ea typeface="Arial Unicode MS"/>
                <a:cs typeface="Arial Unicode MS"/>
              </a:rPr>
              <a:t>Fixed Pi Agent with SkillsBench 1.1 tasks</a:t>
            </a:r>
          </a:p>
          <a:p xmlns:a="http://schemas.openxmlformats.org/drawingml/2006/main">
            <a:pPr algn="l">
              <a:defRPr sz="2100" b="0">
                <a:solidFill>
                  <a:srgbClr val="111111"/>
                </a:solidFill>
                <a:latin typeface="Arial Unicode MS"/>
                <a:ea typeface="Arial Unicode MS"/>
                <a:cs typeface="Arial Unicode MS"/>
              </a:defRPr>
            </a:pPr>
            <a:r>
              <a:rPr sz="2100" b="0">
                <a:solidFill>
                  <a:srgbClr val="111111"/>
                </a:solidFill>
                <a:latin typeface="Arial Unicode MS"/>
                <a:ea typeface="Arial Unicode MS"/>
                <a:cs typeface="Arial Unicode MS"/>
              </a:rPr>
              <a:t>OpenAI gpt-5.4-mini, with-skill condition</a:t>
            </a:r>
          </a:p>
        </p:txBody>
      </p:sp>
      <p:graphicFrame>
        <p:nvGraphicFramePr>
          <p:cNvPr id="12" name="">
            <a:extLst xmlns:a="http://schemas.openxmlformats.org/drawingml/2006/main">
              <a:ext uri="{FF2B5EF4-FFF2-40B4-BE49-F238E27FC236}">
                <a16:creationId xmlns:a16="http://schemas.microsoft.com/office/drawing/2014/main" id="{FAB7E57B-EE44-4943-AF6E-B93FEC37C9EC}"/>
              </a:ext>
            </a:extLst>
          </p:cNvPr>
          <p:cNvGraphicFramePr/>
          <p:nvPr/>
        </p:nvGraphicFramePr>
        <p:xfrm>
          <a:off xmlns:a="http://schemas.openxmlformats.org/drawingml/2006/main" x="1952625" y="3190875"/>
          <a:ext xmlns:a="http://schemas.openxmlformats.org/drawingml/2006/main" cx="8953500" cy="2571750"/>
        </p:xfrm>
        <a:graphic xmlns:a="http://schemas.openxmlformats.org/drawingml/2006/main">
          <a:graphicData uri="http://schemas.openxmlformats.org/drawingml/2006/table">
            <a:tbl>
              <a:tblPr/>
              <a:tblGrid>
                <a:gridCol w="4667250"/>
                <a:gridCol w="4286250"/>
              </a:tblGrid>
              <a:tr h="642938">
                <a:tc>
                  <a:txBody>
                    <a:bodyPr wrap="square" lIns="85725" tIns="85725" rIns="85725" bIns="85725">
                      <a:noAutofit/>
                    </a:bodyPr>
                    <a:lstStyle/>
                    <a:p>
                      <a:pPr algn="l"/>
                      <a:r>
                        <a:rPr sz="1875" b="1">
                          <a:solidFill>
                            <a:srgbClr val="FFFFFF"/>
                          </a:solidFill>
                          <a:latin typeface="Arial Unicode MS"/>
                          <a:ea typeface="Arial Unicode MS"/>
                          <a:cs typeface="Arial Unicode MS"/>
                        </a:rPr>
                        <a:t>Exposed parameter</a:t>
                      </a:r>
                    </a:p>
                  </a:txBody>
                  <a:tcPr marL="91440" marR="91440" marT="45720" marB="45720" anchor="ctr">
                    <a:lnL w="9525">
                      <a:solidFill>
                        <a:srgbClr val="D5D5E0"/>
                      </a:solidFill>
                      <a:prstDash val="solid"/>
                    </a:lnL>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875" b="1">
                          <a:solidFill>
                            <a:srgbClr val="FFFFFF"/>
                          </a:solidFill>
                          <a:latin typeface="Arial Unicode MS"/>
                          <a:ea typeface="Arial Unicode MS"/>
                          <a:cs typeface="Arial Unicode MS"/>
                        </a:rPr>
                        <a:t>Declared values</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r>
              <a:tr h="642938">
                <a:tc>
                  <a:txBody>
                    <a:bodyPr wrap="square" lIns="85725" tIns="85725" rIns="85725" bIns="85725">
                      <a:noAutofit/>
                    </a:bodyPr>
                    <a:lstStyle/>
                    <a:p>
                      <a:pPr algn="l"/>
                      <a:r>
                        <a:rPr sz="1875" b="0">
                          <a:solidFill>
                            <a:srgbClr val="111111"/>
                          </a:solidFill>
                          <a:latin typeface="Arial Unicode MS"/>
                          <a:ea typeface="Arial Unicode MS"/>
                          <a:cs typeface="Arial Unicode MS"/>
                        </a:rPr>
                        <a:t>defaultThinkingLevel</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low, medium, high</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r h="642938">
                <a:tc>
                  <a:txBody>
                    <a:bodyPr wrap="square" lIns="85725" tIns="85725" rIns="85725" bIns="85725">
                      <a:noAutofit/>
                    </a:bodyPr>
                    <a:lstStyle/>
                    <a:p>
                      <a:pPr algn="l"/>
                      <a:r>
                        <a:rPr sz="1875" b="0">
                          <a:solidFill>
                            <a:srgbClr val="111111"/>
                          </a:solidFill>
                          <a:latin typeface="Arial Unicode MS"/>
                          <a:ea typeface="Arial Unicode MS"/>
                          <a:cs typeface="Arial Unicode MS"/>
                        </a:rPr>
                        <a:t>compaction.reserveTokens</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16,384; 360,000; 375,000</a:t>
                      </a:r>
                    </a:p>
                  </a:txBody>
                  <a:tcPr marL="91440" marR="91440" marT="45720" marB="45720" anchor="ctr">
                    <a:lnR w="9525">
                      <a:solidFill>
                        <a:srgbClr val="D5D5E0"/>
                      </a:solidFill>
                      <a:prstDash val="solid"/>
                    </a:lnR>
                    <a:lnB w="9525">
                      <a:solidFill>
                        <a:srgbClr val="D5D5E0"/>
                      </a:solidFill>
                      <a:prstDash val="solid"/>
                    </a:lnB>
                    <a:solidFill>
                      <a:srgbClr val="F3F3F8"/>
                    </a:solidFill>
                  </a:tcPr>
                </a:tc>
              </a:tr>
              <a:tr h="642938">
                <a:tc>
                  <a:txBody>
                    <a:bodyPr wrap="square" lIns="85725" tIns="85725" rIns="85725" bIns="85725">
                      <a:noAutofit/>
                    </a:bodyPr>
                    <a:lstStyle/>
                    <a:p>
                      <a:pPr algn="l"/>
                      <a:r>
                        <a:rPr sz="1875" b="0">
                          <a:solidFill>
                            <a:srgbClr val="111111"/>
                          </a:solidFill>
                          <a:latin typeface="Arial Unicode MS"/>
                          <a:ea typeface="Arial Unicode MS"/>
                          <a:cs typeface="Arial Unicode MS"/>
                        </a:rPr>
                        <a:t>compaction.keepRecentTokens</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4,000; 10,000; 20,000</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5773070E-EEE7-45D1-82C6-985E4E85EDF1}"/>
              </a:ext>
            </a:extLst>
          </p:cNvPr>
          <p:cNvSpPr>
            <a:spLocks xmlns:a="http://schemas.openxmlformats.org/drawingml/2006/main" noGrp="1"/>
          </p:cNvSpPr>
          <p:nvPr/>
        </p:nvSpPr>
        <p:spPr>
          <a:xfrm xmlns:a="http://schemas.openxmlformats.org/drawingml/2006/main">
            <a:off x="2047875" y="6143625"/>
            <a:ext cx="885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11111"/>
                </a:solidFill>
                <a:latin typeface="Arial Unicode MS"/>
                <a:ea typeface="Arial Unicode MS"/>
                <a:cs typeface="Arial Unicode MS"/>
              </a:defRPr>
            </a:defPPr>
            <a:lvl1pPr algn="l">
              <a:defRPr sz="2025" b="0">
                <a:solidFill>
                  <a:srgbClr val="111111"/>
                </a:solidFill>
                <a:latin typeface="Arial Unicode MS"/>
                <a:ea typeface="Arial Unicode MS"/>
                <a:cs typeface="Arial Unicode MS"/>
              </a:defRPr>
            </a:lvl1pPr>
            <a:lvl2pPr algn="l">
              <a:defRPr sz="2025" b="0">
                <a:solidFill>
                  <a:srgbClr val="111111"/>
                </a:solidFill>
                <a:latin typeface="Arial Unicode MS"/>
                <a:ea typeface="Arial Unicode MS"/>
                <a:cs typeface="Arial Unicode MS"/>
              </a:defRPr>
            </a:lvl2pPr>
            <a:lvl3pPr algn="l">
              <a:defRPr sz="2025" b="0">
                <a:solidFill>
                  <a:srgbClr val="111111"/>
                </a:solidFill>
                <a:latin typeface="Arial Unicode MS"/>
                <a:ea typeface="Arial Unicode MS"/>
                <a:cs typeface="Arial Unicode MS"/>
              </a:defRPr>
            </a:lvl3pPr>
            <a:lvl4pPr algn="l">
              <a:defRPr sz="2025" b="0">
                <a:solidFill>
                  <a:srgbClr val="111111"/>
                </a:solidFill>
                <a:latin typeface="Arial Unicode MS"/>
                <a:ea typeface="Arial Unicode MS"/>
                <a:cs typeface="Arial Unicode MS"/>
              </a:defRPr>
            </a:lvl4pPr>
            <a:lvl5pPr algn="l">
              <a:defRPr sz="2025" b="0">
                <a:solidFill>
                  <a:srgbClr val="111111"/>
                </a:solidFill>
                <a:latin typeface="Arial Unicode MS"/>
                <a:ea typeface="Arial Unicode MS"/>
                <a:cs typeface="Arial Unicode MS"/>
              </a:defRPr>
            </a:lvl5pPr>
            <a:lvl6pPr algn="l">
              <a:defRPr sz="2025" b="0">
                <a:solidFill>
                  <a:srgbClr val="111111"/>
                </a:solidFill>
                <a:latin typeface="Arial Unicode MS"/>
                <a:ea typeface="Arial Unicode MS"/>
                <a:cs typeface="Arial Unicode MS"/>
              </a:defRPr>
            </a:lvl6pPr>
            <a:lvl7pPr algn="l">
              <a:defRPr sz="2025" b="0">
                <a:solidFill>
                  <a:srgbClr val="111111"/>
                </a:solidFill>
                <a:latin typeface="Arial Unicode MS"/>
                <a:ea typeface="Arial Unicode MS"/>
                <a:cs typeface="Arial Unicode MS"/>
              </a:defRPr>
            </a:lvl7pPr>
            <a:lvl8pPr algn="l">
              <a:defRPr sz="2025" b="0">
                <a:solidFill>
                  <a:srgbClr val="111111"/>
                </a:solidFill>
                <a:latin typeface="Arial Unicode MS"/>
                <a:ea typeface="Arial Unicode MS"/>
                <a:cs typeface="Arial Unicode MS"/>
              </a:defRPr>
            </a:lvl8pPr>
            <a:lvl9pPr algn="l">
              <a:defRPr sz="2025" b="0">
                <a:solidFill>
                  <a:srgbClr val="111111"/>
                </a:solidFill>
                <a:latin typeface="Arial Unicode MS"/>
                <a:ea typeface="Arial Unicode MS"/>
                <a:cs typeface="Arial Unicode MS"/>
              </a:defRPr>
            </a:lvl9pPr>
          </a:lstStyle>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27 configurations in the discrete search space</a:t>
            </a:r>
          </a:p>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8 validation tasks and 8 separately held-out tasks</a:t>
            </a:r>
          </a:p>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Native task verifiers and timeouts retained</a:t>
            </a:r>
          </a:p>
        </p:txBody>
      </p:sp>
    </p:spTree>
    <p:extLst>
      <p:ext uri="{BB962C8B-B14F-4D97-AF65-F5344CB8AC3E}">
        <p14:creationId xmlns:p14="http://schemas.microsoft.com/office/powerpoint/2010/main" val="9957592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D2EFDFE-B2E6-41B3-8635-1E3B5F417E7E}"/>
              </a:ext>
            </a:extLst>
          </p:cNvPr>
          <p:cNvSpPr>
            <a:spLocks xmlns:a="http://schemas.openxmlformats.org/drawingml/2006/main" noGrp="1"/>
          </p:cNvSpPr>
          <p:nvPr/>
        </p:nvSpPr>
        <p:spPr>
          <a:xfrm xmlns:a="http://schemas.openxmlformats.org/drawingml/2006/main">
            <a:off x="0" y="0"/>
            <a:ext cx="11430000" cy="142875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2502D7-A34B-4435-9EB2-FBA830368F96}"/>
              </a:ext>
            </a:extLst>
          </p:cNvPr>
          <p:cNvSpPr>
            <a:spLocks xmlns:a="http://schemas.openxmlformats.org/drawingml/2006/main" noGrp="1"/>
          </p:cNvSpPr>
          <p:nvPr/>
        </p:nvSpPr>
        <p:spPr>
          <a:xfrm xmlns:a="http://schemas.openxmlformats.org/drawingml/2006/main">
            <a:off x="0" y="0"/>
            <a:ext cx="1428750" cy="857250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3D932B3-94F3-4B41-A4AE-B50FD702B491}"/>
              </a:ext>
            </a:extLst>
          </p:cNvPr>
          <p:cNvSpPr>
            <a:spLocks xmlns:a="http://schemas.openxmlformats.org/drawingml/2006/main" noGrp="1"/>
          </p:cNvSpPr>
          <p:nvPr/>
        </p:nvSpPr>
        <p:spPr>
          <a:xfrm xmlns:a="http://schemas.openxmlformats.org/drawingml/2006/main">
            <a:off x="0" y="0"/>
            <a:ext cx="1428750" cy="1428750"/>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7A224EE-AA05-4551-B671-41A9E83D7111}"/>
              </a:ext>
            </a:extLst>
          </p:cNvPr>
          <p:cNvSpPr>
            <a:spLocks xmlns:a="http://schemas.openxmlformats.org/drawingml/2006/main" noGrp="1"/>
          </p:cNvSpPr>
          <p:nvPr/>
        </p:nvSpPr>
        <p:spPr>
          <a:xfrm xmlns:a="http://schemas.openxmlformats.org/drawingml/2006/main">
            <a:off x="1952625" y="333375"/>
            <a:ext cx="895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FFFFFF"/>
                </a:solidFill>
                <a:latin typeface="Arial Unicode MS"/>
                <a:ea typeface="Arial Unicode MS"/>
                <a:cs typeface="Arial Unicode MS"/>
              </a:defRPr>
            </a:defPPr>
            <a:lvl1pPr algn="l">
              <a:defRPr sz="2625" b="0">
                <a:solidFill>
                  <a:srgbClr val="FFFFFF"/>
                </a:solidFill>
                <a:latin typeface="Arial Unicode MS"/>
                <a:ea typeface="Arial Unicode MS"/>
                <a:cs typeface="Arial Unicode MS"/>
              </a:defRPr>
            </a:lvl1pPr>
            <a:lvl2pPr algn="l">
              <a:defRPr sz="2625" b="0">
                <a:solidFill>
                  <a:srgbClr val="FFFFFF"/>
                </a:solidFill>
                <a:latin typeface="Arial Unicode MS"/>
                <a:ea typeface="Arial Unicode MS"/>
                <a:cs typeface="Arial Unicode MS"/>
              </a:defRPr>
            </a:lvl2pPr>
            <a:lvl3pPr algn="l">
              <a:defRPr sz="2625" b="0">
                <a:solidFill>
                  <a:srgbClr val="FFFFFF"/>
                </a:solidFill>
                <a:latin typeface="Arial Unicode MS"/>
                <a:ea typeface="Arial Unicode MS"/>
                <a:cs typeface="Arial Unicode MS"/>
              </a:defRPr>
            </a:lvl3pPr>
            <a:lvl4pPr algn="l">
              <a:defRPr sz="2625" b="0">
                <a:solidFill>
                  <a:srgbClr val="FFFFFF"/>
                </a:solidFill>
                <a:latin typeface="Arial Unicode MS"/>
                <a:ea typeface="Arial Unicode MS"/>
                <a:cs typeface="Arial Unicode MS"/>
              </a:defRPr>
            </a:lvl4pPr>
            <a:lvl5pPr algn="l">
              <a:defRPr sz="2625" b="0">
                <a:solidFill>
                  <a:srgbClr val="FFFFFF"/>
                </a:solidFill>
                <a:latin typeface="Arial Unicode MS"/>
                <a:ea typeface="Arial Unicode MS"/>
                <a:cs typeface="Arial Unicode MS"/>
              </a:defRPr>
            </a:lvl5pPr>
            <a:lvl6pPr algn="l">
              <a:defRPr sz="2625" b="0">
                <a:solidFill>
                  <a:srgbClr val="FFFFFF"/>
                </a:solidFill>
                <a:latin typeface="Arial Unicode MS"/>
                <a:ea typeface="Arial Unicode MS"/>
                <a:cs typeface="Arial Unicode MS"/>
              </a:defRPr>
            </a:lvl6pPr>
            <a:lvl7pPr algn="l">
              <a:defRPr sz="2625" b="0">
                <a:solidFill>
                  <a:srgbClr val="FFFFFF"/>
                </a:solidFill>
                <a:latin typeface="Arial Unicode MS"/>
                <a:ea typeface="Arial Unicode MS"/>
                <a:cs typeface="Arial Unicode MS"/>
              </a:defRPr>
            </a:lvl7pPr>
            <a:lvl8pPr algn="l">
              <a:defRPr sz="2625" b="0">
                <a:solidFill>
                  <a:srgbClr val="FFFFFF"/>
                </a:solidFill>
                <a:latin typeface="Arial Unicode MS"/>
                <a:ea typeface="Arial Unicode MS"/>
                <a:cs typeface="Arial Unicode MS"/>
              </a:defRPr>
            </a:lvl8pPr>
            <a:lvl9pPr algn="l">
              <a:defRPr sz="2625" b="0">
                <a:solidFill>
                  <a:srgbClr val="FFFFFF"/>
                </a:solidFill>
                <a:latin typeface="Arial Unicode MS"/>
                <a:ea typeface="Arial Unicode MS"/>
                <a:cs typeface="Arial Unicode MS"/>
              </a:defRPr>
            </a:lvl9pPr>
          </a:lstStyle>
          <a:p xmlns:a="http://schemas.openxmlformats.org/drawingml/2006/main">
            <a:pPr algn="l">
              <a:defRPr sz="2625" b="0">
                <a:solidFill>
                  <a:srgbClr val="FFFFFF"/>
                </a:solidFill>
                <a:latin typeface="Arial Unicode MS"/>
                <a:ea typeface="Arial Unicode MS"/>
                <a:cs typeface="Arial Unicode MS"/>
              </a:defRPr>
            </a:pPr>
            <a:r>
              <a:rPr sz="2625" b="0">
                <a:solidFill>
                  <a:srgbClr val="FFFFFF"/>
                </a:solidFill>
                <a:latin typeface="Arial Unicode MS"/>
                <a:ea typeface="Arial Unicode MS"/>
                <a:cs typeface="Arial Unicode MS"/>
              </a:rPr>
              <a:t>Search methods and the IGBS design</a:t>
            </a:r>
          </a:p>
        </p:txBody>
      </p:sp>
      <p:sp>
        <p:nvSpPr>
          <p:cNvPr id="6" name="">
            <a:extLst xmlns:a="http://schemas.openxmlformats.org/drawingml/2006/main">
              <a:ext uri="{FF2B5EF4-FFF2-40B4-BE49-F238E27FC236}">
                <a16:creationId xmlns:a16="http://schemas.microsoft.com/office/drawing/2014/main" id="{BEC41490-19CA-4B05-94B9-F50201B691F6}"/>
              </a:ext>
            </a:extLst>
          </p:cNvPr>
          <p:cNvSpPr>
            <a:spLocks xmlns:a="http://schemas.openxmlformats.org/drawingml/2006/main" noGrp="1"/>
          </p:cNvSpPr>
          <p:nvPr/>
        </p:nvSpPr>
        <p:spPr>
          <a:xfrm xmlns:a="http://schemas.openxmlformats.org/drawingml/2006/main">
            <a:off x="114300" y="27622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Problem</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design</a:t>
            </a:r>
          </a:p>
        </p:txBody>
      </p:sp>
      <p:sp>
        <p:nvSpPr>
          <p:cNvPr id="7" name="">
            <a:extLst xmlns:a="http://schemas.openxmlformats.org/drawingml/2006/main">
              <a:ext uri="{FF2B5EF4-FFF2-40B4-BE49-F238E27FC236}">
                <a16:creationId xmlns:a16="http://schemas.microsoft.com/office/drawing/2014/main" id="{6F17238A-8313-44E7-BEA1-6DB9EEE9BA30}"/>
              </a:ext>
            </a:extLst>
          </p:cNvPr>
          <p:cNvSpPr>
            <a:spLocks xmlns:a="http://schemas.openxmlformats.org/drawingml/2006/main" noGrp="1"/>
          </p:cNvSpPr>
          <p:nvPr/>
        </p:nvSpPr>
        <p:spPr>
          <a:xfrm xmlns:a="http://schemas.openxmlformats.org/drawingml/2006/main">
            <a:off x="114300" y="37909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FFFFFF"/>
                </a:solidFill>
                <a:latin typeface="Arial Unicode MS"/>
                <a:ea typeface="Arial Unicode MS"/>
                <a:cs typeface="Arial Unicode MS"/>
              </a:defRPr>
            </a:defPPr>
            <a:lvl1pPr algn="l">
              <a:defRPr sz="1200" b="0">
                <a:solidFill>
                  <a:srgbClr val="FFFFFF"/>
                </a:solidFill>
                <a:latin typeface="Arial Unicode MS"/>
                <a:ea typeface="Arial Unicode MS"/>
                <a:cs typeface="Arial Unicode MS"/>
              </a:defRPr>
            </a:lvl1pPr>
            <a:lvl2pPr algn="l">
              <a:defRPr sz="1200" b="0">
                <a:solidFill>
                  <a:srgbClr val="FFFFFF"/>
                </a:solidFill>
                <a:latin typeface="Arial Unicode MS"/>
                <a:ea typeface="Arial Unicode MS"/>
                <a:cs typeface="Arial Unicode MS"/>
              </a:defRPr>
            </a:lvl2pPr>
            <a:lvl3pPr algn="l">
              <a:defRPr sz="1200" b="0">
                <a:solidFill>
                  <a:srgbClr val="FFFFFF"/>
                </a:solidFill>
                <a:latin typeface="Arial Unicode MS"/>
                <a:ea typeface="Arial Unicode MS"/>
                <a:cs typeface="Arial Unicode MS"/>
              </a:defRPr>
            </a:lvl3pPr>
            <a:lvl4pPr algn="l">
              <a:defRPr sz="1200" b="0">
                <a:solidFill>
                  <a:srgbClr val="FFFFFF"/>
                </a:solidFill>
                <a:latin typeface="Arial Unicode MS"/>
                <a:ea typeface="Arial Unicode MS"/>
                <a:cs typeface="Arial Unicode MS"/>
              </a:defRPr>
            </a:lvl4pPr>
            <a:lvl5pPr algn="l">
              <a:defRPr sz="1200" b="0">
                <a:solidFill>
                  <a:srgbClr val="FFFFFF"/>
                </a:solidFill>
                <a:latin typeface="Arial Unicode MS"/>
                <a:ea typeface="Arial Unicode MS"/>
                <a:cs typeface="Arial Unicode MS"/>
              </a:defRPr>
            </a:lvl5pPr>
            <a:lvl6pPr algn="l">
              <a:defRPr sz="1200" b="0">
                <a:solidFill>
                  <a:srgbClr val="FFFFFF"/>
                </a:solidFill>
                <a:latin typeface="Arial Unicode MS"/>
                <a:ea typeface="Arial Unicode MS"/>
                <a:cs typeface="Arial Unicode MS"/>
              </a:defRPr>
            </a:lvl6pPr>
            <a:lvl7pPr algn="l">
              <a:defRPr sz="1200" b="0">
                <a:solidFill>
                  <a:srgbClr val="FFFFFF"/>
                </a:solidFill>
                <a:latin typeface="Arial Unicode MS"/>
                <a:ea typeface="Arial Unicode MS"/>
                <a:cs typeface="Arial Unicode MS"/>
              </a:defRPr>
            </a:lvl7pPr>
            <a:lvl8pPr algn="l">
              <a:defRPr sz="1200" b="0">
                <a:solidFill>
                  <a:srgbClr val="FFFFFF"/>
                </a:solidFill>
                <a:latin typeface="Arial Unicode MS"/>
                <a:ea typeface="Arial Unicode MS"/>
                <a:cs typeface="Arial Unicode MS"/>
              </a:defRPr>
            </a:lvl8pPr>
            <a:lvl9pPr algn="l">
              <a:defRPr sz="1200" b="0">
                <a:solidFill>
                  <a:srgbClr val="FFFFFF"/>
                </a:solidFill>
                <a:latin typeface="Arial Unicode MS"/>
                <a:ea typeface="Arial Unicode MS"/>
                <a:cs typeface="Arial Unicode MS"/>
              </a:defRPr>
            </a:lvl9pPr>
          </a:lstStyle>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Search</a:t>
            </a:r>
          </a:p>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methods</a:t>
            </a:r>
          </a:p>
        </p:txBody>
      </p:sp>
      <p:sp>
        <p:nvSpPr>
          <p:cNvPr id="8" name="">
            <a:extLst xmlns:a="http://schemas.openxmlformats.org/drawingml/2006/main">
              <a:ext uri="{FF2B5EF4-FFF2-40B4-BE49-F238E27FC236}">
                <a16:creationId xmlns:a16="http://schemas.microsoft.com/office/drawing/2014/main" id="{38059E68-196B-4914-961C-912A5D86C5B4}"/>
              </a:ext>
            </a:extLst>
          </p:cNvPr>
          <p:cNvSpPr>
            <a:spLocks xmlns:a="http://schemas.openxmlformats.org/drawingml/2006/main" noGrp="1"/>
          </p:cNvSpPr>
          <p:nvPr/>
        </p:nvSpPr>
        <p:spPr>
          <a:xfrm xmlns:a="http://schemas.openxmlformats.org/drawingml/2006/main">
            <a:off x="114300" y="48196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Validation</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results</a:t>
            </a:r>
          </a:p>
        </p:txBody>
      </p:sp>
      <p:sp>
        <p:nvSpPr>
          <p:cNvPr id="9" name="">
            <a:extLst xmlns:a="http://schemas.openxmlformats.org/drawingml/2006/main">
              <a:ext uri="{FF2B5EF4-FFF2-40B4-BE49-F238E27FC236}">
                <a16:creationId xmlns:a16="http://schemas.microsoft.com/office/drawing/2014/main" id="{7CBD9BCD-DE55-4518-A82F-C58A27A6E501}"/>
              </a:ext>
            </a:extLst>
          </p:cNvPr>
          <p:cNvSpPr>
            <a:spLocks xmlns:a="http://schemas.openxmlformats.org/drawingml/2006/main" noGrp="1"/>
          </p:cNvSpPr>
          <p:nvPr/>
        </p:nvSpPr>
        <p:spPr>
          <a:xfrm xmlns:a="http://schemas.openxmlformats.org/drawingml/2006/main">
            <a:off x="114300" y="58483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Analysis</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limits</a:t>
            </a:r>
          </a:p>
        </p:txBody>
      </p:sp>
      <p:sp>
        <p:nvSpPr>
          <p:cNvPr id="10" name="">
            <a:extLst xmlns:a="http://schemas.openxmlformats.org/drawingml/2006/main">
              <a:ext uri="{FF2B5EF4-FFF2-40B4-BE49-F238E27FC236}">
                <a16:creationId xmlns:a16="http://schemas.microsoft.com/office/drawing/2014/main" id="{69F958A3-A3E9-4D48-A0E6-AA5E475D2753}"/>
              </a:ext>
            </a:extLst>
          </p:cNvPr>
          <p:cNvSpPr>
            <a:spLocks xmlns:a="http://schemas.openxmlformats.org/drawingml/2006/main" noGrp="1"/>
          </p:cNvSpPr>
          <p:nvPr/>
        </p:nvSpPr>
        <p:spPr>
          <a:xfrm xmlns:a="http://schemas.openxmlformats.org/drawingml/2006/main">
            <a:off x="10001250" y="80962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777777"/>
                </a:solidFill>
                <a:latin typeface="Arial Unicode MS"/>
                <a:ea typeface="Arial Unicode MS"/>
                <a:cs typeface="Arial Unicode MS"/>
              </a:defRPr>
            </a:defPPr>
            <a:lvl1pPr algn="r">
              <a:defRPr sz="1200" b="0">
                <a:solidFill>
                  <a:srgbClr val="777777"/>
                </a:solidFill>
                <a:latin typeface="Arial Unicode MS"/>
                <a:ea typeface="Arial Unicode MS"/>
                <a:cs typeface="Arial Unicode MS"/>
              </a:defRPr>
            </a:lvl1pPr>
            <a:lvl2pPr algn="r">
              <a:defRPr sz="1200" b="0">
                <a:solidFill>
                  <a:srgbClr val="777777"/>
                </a:solidFill>
                <a:latin typeface="Arial Unicode MS"/>
                <a:ea typeface="Arial Unicode MS"/>
                <a:cs typeface="Arial Unicode MS"/>
              </a:defRPr>
            </a:lvl2pPr>
            <a:lvl3pPr algn="r">
              <a:defRPr sz="1200" b="0">
                <a:solidFill>
                  <a:srgbClr val="777777"/>
                </a:solidFill>
                <a:latin typeface="Arial Unicode MS"/>
                <a:ea typeface="Arial Unicode MS"/>
                <a:cs typeface="Arial Unicode MS"/>
              </a:defRPr>
            </a:lvl3pPr>
            <a:lvl4pPr algn="r">
              <a:defRPr sz="1200" b="0">
                <a:solidFill>
                  <a:srgbClr val="777777"/>
                </a:solidFill>
                <a:latin typeface="Arial Unicode MS"/>
                <a:ea typeface="Arial Unicode MS"/>
                <a:cs typeface="Arial Unicode MS"/>
              </a:defRPr>
            </a:lvl4pPr>
            <a:lvl5pPr algn="r">
              <a:defRPr sz="1200" b="0">
                <a:solidFill>
                  <a:srgbClr val="777777"/>
                </a:solidFill>
                <a:latin typeface="Arial Unicode MS"/>
                <a:ea typeface="Arial Unicode MS"/>
                <a:cs typeface="Arial Unicode MS"/>
              </a:defRPr>
            </a:lvl5pPr>
            <a:lvl6pPr algn="r">
              <a:defRPr sz="1200" b="0">
                <a:solidFill>
                  <a:srgbClr val="777777"/>
                </a:solidFill>
                <a:latin typeface="Arial Unicode MS"/>
                <a:ea typeface="Arial Unicode MS"/>
                <a:cs typeface="Arial Unicode MS"/>
              </a:defRPr>
            </a:lvl6pPr>
            <a:lvl7pPr algn="r">
              <a:defRPr sz="1200" b="0">
                <a:solidFill>
                  <a:srgbClr val="777777"/>
                </a:solidFill>
                <a:latin typeface="Arial Unicode MS"/>
                <a:ea typeface="Arial Unicode MS"/>
                <a:cs typeface="Arial Unicode MS"/>
              </a:defRPr>
            </a:lvl7pPr>
            <a:lvl8pPr algn="r">
              <a:defRPr sz="1200" b="0">
                <a:solidFill>
                  <a:srgbClr val="777777"/>
                </a:solidFill>
                <a:latin typeface="Arial Unicode MS"/>
                <a:ea typeface="Arial Unicode MS"/>
                <a:cs typeface="Arial Unicode MS"/>
              </a:defRPr>
            </a:lvl8pPr>
            <a:lvl9pPr algn="r">
              <a:defRPr sz="1200" b="0">
                <a:solidFill>
                  <a:srgbClr val="777777"/>
                </a:solidFill>
                <a:latin typeface="Arial Unicode MS"/>
                <a:ea typeface="Arial Unicode MS"/>
                <a:cs typeface="Arial Unicode MS"/>
              </a:defRPr>
            </a:lvl9pPr>
          </a:lstStyle>
          <a:p xmlns:a="http://schemas.openxmlformats.org/drawingml/2006/main">
            <a:pPr algn="r">
              <a:defRPr sz="1200" b="0">
                <a:solidFill>
                  <a:srgbClr val="777777"/>
                </a:solidFill>
                <a:latin typeface="Arial Unicode MS"/>
                <a:ea typeface="Arial Unicode MS"/>
                <a:cs typeface="Arial Unicode MS"/>
              </a:defRPr>
            </a:pPr>
            <a:r>
              <a:rPr sz="1200" b="0">
                <a:solidFill>
                  <a:srgbClr val="777777"/>
                </a:solidFill>
                <a:latin typeface="Arial Unicode MS"/>
                <a:ea typeface="Arial Unicode MS"/>
                <a:cs typeface="Arial Unicode MS"/>
              </a:rPr>
              <a:t>5 / 16</a:t>
            </a:r>
          </a:p>
        </p:txBody>
      </p:sp>
      <p:graphicFrame>
        <p:nvGraphicFramePr>
          <p:cNvPr id="11" name="">
            <a:extLst xmlns:a="http://schemas.openxmlformats.org/drawingml/2006/main">
              <a:ext uri="{FF2B5EF4-FFF2-40B4-BE49-F238E27FC236}">
                <a16:creationId xmlns:a16="http://schemas.microsoft.com/office/drawing/2014/main" id="{95C299F2-88EE-4083-A33C-462FB5D13C35}"/>
              </a:ext>
            </a:extLst>
          </p:cNvPr>
          <p:cNvGraphicFramePr/>
          <p:nvPr/>
        </p:nvGraphicFramePr>
        <p:xfrm>
          <a:off xmlns:a="http://schemas.openxmlformats.org/drawingml/2006/main" x="1952625" y="2047875"/>
          <a:ext xmlns:a="http://schemas.openxmlformats.org/drawingml/2006/main" cx="8953500" cy="2095500"/>
        </p:xfrm>
        <a:graphic xmlns:a="http://schemas.openxmlformats.org/drawingml/2006/main">
          <a:graphicData uri="http://schemas.openxmlformats.org/drawingml/2006/table">
            <a:tbl>
              <a:tblPr/>
              <a:tblGrid>
                <a:gridCol w="1762125"/>
                <a:gridCol w="7191375"/>
              </a:tblGrid>
              <a:tr h="0">
                <a:tc>
                  <a:txBody>
                    <a:bodyPr wrap="square" lIns="85725" tIns="85725" rIns="85725" bIns="85725">
                      <a:noAutofit/>
                    </a:bodyPr>
                    <a:lstStyle/>
                    <a:p>
                      <a:pPr algn="l"/>
                      <a:r>
                        <a:rPr sz="1875" b="1">
                          <a:solidFill>
                            <a:srgbClr val="FFFFFF"/>
                          </a:solidFill>
                          <a:latin typeface="Arial Unicode MS"/>
                          <a:ea typeface="Arial Unicode MS"/>
                          <a:cs typeface="Arial Unicode MS"/>
                        </a:rPr>
                        <a:t>Method</a:t>
                      </a:r>
                    </a:p>
                  </a:txBody>
                  <a:tcPr marL="91440" marR="91440" marT="45720" marB="45720" anchor="ctr">
                    <a:lnL w="9525">
                      <a:solidFill>
                        <a:srgbClr val="D5D5E0"/>
                      </a:solidFill>
                      <a:prstDash val="solid"/>
                    </a:lnL>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875" b="1">
                          <a:solidFill>
                            <a:srgbClr val="FFFFFF"/>
                          </a:solidFill>
                          <a:latin typeface="Arial Unicode MS"/>
                          <a:ea typeface="Arial Unicode MS"/>
                          <a:cs typeface="Arial Unicode MS"/>
                        </a:rPr>
                        <a:t>Candidate proposal</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r>
              <a:tr h="0">
                <a:tc>
                  <a:txBody>
                    <a:bodyPr wrap="square" lIns="85725" tIns="85725" rIns="85725" bIns="85725">
                      <a:noAutofit/>
                    </a:bodyPr>
                    <a:lstStyle/>
                    <a:p>
                      <a:pPr algn="l"/>
                      <a:r>
                        <a:rPr sz="1875" b="0">
                          <a:solidFill>
                            <a:srgbClr val="111111"/>
                          </a:solidFill>
                          <a:latin typeface="Arial Unicode MS"/>
                          <a:ea typeface="Arial Unicode MS"/>
                          <a:cs typeface="Arial Unicode MS"/>
                        </a:rPr>
                        <a:t>Default</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One native default configuration</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r h="0">
                <a:tc>
                  <a:txBody>
                    <a:bodyPr wrap="square" lIns="85725" tIns="85725" rIns="85725" bIns="85725">
                      <a:noAutofit/>
                    </a:bodyPr>
                    <a:lstStyle/>
                    <a:p>
                      <a:pPr algn="l"/>
                      <a:r>
                        <a:rPr sz="1875" b="0">
                          <a:solidFill>
                            <a:srgbClr val="111111"/>
                          </a:solidFill>
                          <a:latin typeface="Arial Unicode MS"/>
                          <a:ea typeface="Arial Unicode MS"/>
                          <a:cs typeface="Arial Unicode MS"/>
                        </a:rPr>
                        <a:t>Random</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Uniform sampling without replacement</a:t>
                      </a:r>
                    </a:p>
                  </a:txBody>
                  <a:tcPr marL="91440" marR="91440" marT="45720" marB="45720" anchor="ctr">
                    <a:lnR w="9525">
                      <a:solidFill>
                        <a:srgbClr val="D5D5E0"/>
                      </a:solidFill>
                      <a:prstDash val="solid"/>
                    </a:lnR>
                    <a:lnB w="9525">
                      <a:solidFill>
                        <a:srgbClr val="D5D5E0"/>
                      </a:solidFill>
                      <a:prstDash val="solid"/>
                    </a:lnB>
                    <a:solidFill>
                      <a:srgbClr val="F3F3F8"/>
                    </a:solidFill>
                  </a:tcPr>
                </a:tc>
              </a:tr>
              <a:tr h="647700">
                <a:tc>
                  <a:txBody>
                    <a:bodyPr wrap="square" lIns="85725" tIns="85725" rIns="85725" bIns="85725">
                      <a:noAutofit/>
                    </a:bodyPr>
                    <a:lstStyle/>
                    <a:p>
                      <a:pPr algn="l"/>
                      <a:r>
                        <a:rPr sz="1875" b="0">
                          <a:solidFill>
                            <a:srgbClr val="111111"/>
                          </a:solidFill>
                          <a:latin typeface="Arial Unicode MS"/>
                          <a:ea typeface="Arial Unicode MS"/>
                          <a:cs typeface="Arial Unicode MS"/>
                        </a:rPr>
                        <a:t>BO</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SMAC surrogate of validation loss</a:t>
                      </a:r>
                    </a:p>
                    <a:p>
                      <a:pPr algn="ctr"/>
                      <a:r>
                        <a:rPr sz="1725" b="0">
                          <a:solidFill>
                            <a:srgbClr val="111111"/>
                          </a:solidFill>
                          <a:latin typeface="Arial Unicode MS"/>
                          <a:ea typeface="Arial Unicode MS"/>
                          <a:cs typeface="Arial Unicode MS"/>
                        </a:rPr>
                        <a:t>Acquisition-guided next candidate</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672EA50C-25BA-4885-B81C-336E3B18194D}"/>
              </a:ext>
            </a:extLst>
          </p:cNvPr>
          <p:cNvSpPr>
            <a:spLocks xmlns:a="http://schemas.openxmlformats.org/drawingml/2006/main" noGrp="1"/>
          </p:cNvSpPr>
          <p:nvPr/>
        </p:nvSpPr>
        <p:spPr>
          <a:xfrm xmlns:a="http://schemas.openxmlformats.org/drawingml/2006/main">
            <a:off x="1924050" y="4524375"/>
            <a:ext cx="9029700" cy="2190750"/>
          </a:xfrm>
          <a:prstGeom xmlns:a="http://schemas.openxmlformats.org/drawingml/2006/main" prst="rect">
            <a:avLst/>
          </a:prstGeom>
          <a:solidFill xmlns:a="http://schemas.openxmlformats.org/drawingml/2006/main">
            <a:srgbClr val="EAEAF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F71B02C-171E-4D1A-8168-9D7AEC851427}"/>
              </a:ext>
            </a:extLst>
          </p:cNvPr>
          <p:cNvSpPr>
            <a:spLocks xmlns:a="http://schemas.openxmlformats.org/drawingml/2006/main" noGrp="1"/>
          </p:cNvSpPr>
          <p:nvPr/>
        </p:nvSpPr>
        <p:spPr>
          <a:xfrm xmlns:a="http://schemas.openxmlformats.org/drawingml/2006/main">
            <a:off x="1924050" y="4524375"/>
            <a:ext cx="9029700" cy="409575"/>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1DE0B00-474C-426C-848C-3D22AA37CA71}"/>
              </a:ext>
            </a:extLst>
          </p:cNvPr>
          <p:cNvSpPr>
            <a:spLocks xmlns:a="http://schemas.openxmlformats.org/drawingml/2006/main" noGrp="1"/>
          </p:cNvSpPr>
          <p:nvPr/>
        </p:nvSpPr>
        <p:spPr>
          <a:xfrm xmlns:a="http://schemas.openxmlformats.org/drawingml/2006/main">
            <a:off x="2076450" y="4543425"/>
            <a:ext cx="8715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FFFFFF"/>
                </a:solidFill>
                <a:latin typeface="Arial Unicode MS"/>
                <a:ea typeface="Arial Unicode MS"/>
                <a:cs typeface="Arial Unicode MS"/>
              </a:defRPr>
            </a:defPPr>
            <a:lvl1pPr algn="l">
              <a:defRPr sz="1875" b="0">
                <a:solidFill>
                  <a:srgbClr val="FFFFFF"/>
                </a:solidFill>
                <a:latin typeface="Arial Unicode MS"/>
                <a:ea typeface="Arial Unicode MS"/>
                <a:cs typeface="Arial Unicode MS"/>
              </a:defRPr>
            </a:lvl1pPr>
            <a:lvl2pPr algn="l">
              <a:defRPr sz="1875" b="0">
                <a:solidFill>
                  <a:srgbClr val="FFFFFF"/>
                </a:solidFill>
                <a:latin typeface="Arial Unicode MS"/>
                <a:ea typeface="Arial Unicode MS"/>
                <a:cs typeface="Arial Unicode MS"/>
              </a:defRPr>
            </a:lvl2pPr>
            <a:lvl3pPr algn="l">
              <a:defRPr sz="1875" b="0">
                <a:solidFill>
                  <a:srgbClr val="FFFFFF"/>
                </a:solidFill>
                <a:latin typeface="Arial Unicode MS"/>
                <a:ea typeface="Arial Unicode MS"/>
                <a:cs typeface="Arial Unicode MS"/>
              </a:defRPr>
            </a:lvl3pPr>
            <a:lvl4pPr algn="l">
              <a:defRPr sz="1875" b="0">
                <a:solidFill>
                  <a:srgbClr val="FFFFFF"/>
                </a:solidFill>
                <a:latin typeface="Arial Unicode MS"/>
                <a:ea typeface="Arial Unicode MS"/>
                <a:cs typeface="Arial Unicode MS"/>
              </a:defRPr>
            </a:lvl4pPr>
            <a:lvl5pPr algn="l">
              <a:defRPr sz="1875" b="0">
                <a:solidFill>
                  <a:srgbClr val="FFFFFF"/>
                </a:solidFill>
                <a:latin typeface="Arial Unicode MS"/>
                <a:ea typeface="Arial Unicode MS"/>
                <a:cs typeface="Arial Unicode MS"/>
              </a:defRPr>
            </a:lvl5pPr>
            <a:lvl6pPr algn="l">
              <a:defRPr sz="1875" b="0">
                <a:solidFill>
                  <a:srgbClr val="FFFFFF"/>
                </a:solidFill>
                <a:latin typeface="Arial Unicode MS"/>
                <a:ea typeface="Arial Unicode MS"/>
                <a:cs typeface="Arial Unicode MS"/>
              </a:defRPr>
            </a:lvl6pPr>
            <a:lvl7pPr algn="l">
              <a:defRPr sz="1875" b="0">
                <a:solidFill>
                  <a:srgbClr val="FFFFFF"/>
                </a:solidFill>
                <a:latin typeface="Arial Unicode MS"/>
                <a:ea typeface="Arial Unicode MS"/>
                <a:cs typeface="Arial Unicode MS"/>
              </a:defRPr>
            </a:lvl7pPr>
            <a:lvl8pPr algn="l">
              <a:defRPr sz="1875" b="0">
                <a:solidFill>
                  <a:srgbClr val="FFFFFF"/>
                </a:solidFill>
                <a:latin typeface="Arial Unicode MS"/>
                <a:ea typeface="Arial Unicode MS"/>
                <a:cs typeface="Arial Unicode MS"/>
              </a:defRPr>
            </a:lvl8pPr>
            <a:lvl9pPr algn="l">
              <a:defRPr sz="1875" b="0">
                <a:solidFill>
                  <a:srgbClr val="FFFFFF"/>
                </a:solidFill>
                <a:latin typeface="Arial Unicode MS"/>
                <a:ea typeface="Arial Unicode MS"/>
                <a:cs typeface="Arial Unicode MS"/>
              </a:defRPr>
            </a:lvl9pPr>
          </a:lstStyle>
          <a:p xmlns:a="http://schemas.openxmlformats.org/drawingml/2006/main">
            <a:pPr algn="l">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IGBS: interaction-guided block search</a:t>
            </a:r>
          </a:p>
        </p:txBody>
      </p:sp>
      <p:sp>
        <p:nvSpPr>
          <p:cNvPr id="15" name="">
            <a:extLst xmlns:a="http://schemas.openxmlformats.org/drawingml/2006/main">
              <a:ext uri="{FF2B5EF4-FFF2-40B4-BE49-F238E27FC236}">
                <a16:creationId xmlns:a16="http://schemas.microsoft.com/office/drawing/2014/main" id="{A0AFB861-E2A7-4591-979F-00A63EB7289A}"/>
              </a:ext>
            </a:extLst>
          </p:cNvPr>
          <p:cNvSpPr>
            <a:spLocks xmlns:a="http://schemas.openxmlformats.org/drawingml/2006/main" noGrp="1"/>
          </p:cNvSpPr>
          <p:nvPr/>
        </p:nvSpPr>
        <p:spPr>
          <a:xfrm xmlns:a="http://schemas.openxmlformats.org/drawingml/2006/main">
            <a:off x="2133600" y="5076825"/>
            <a:ext cx="8572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11111"/>
                </a:solidFill>
                <a:latin typeface="Arial Unicode MS"/>
                <a:ea typeface="Arial Unicode MS"/>
                <a:cs typeface="Arial Unicode MS"/>
              </a:defRPr>
            </a:defPPr>
            <a:lvl1pPr algn="l">
              <a:defRPr sz="1950" b="0">
                <a:solidFill>
                  <a:srgbClr val="111111"/>
                </a:solidFill>
                <a:latin typeface="Arial Unicode MS"/>
                <a:ea typeface="Arial Unicode MS"/>
                <a:cs typeface="Arial Unicode MS"/>
              </a:defRPr>
            </a:lvl1pPr>
            <a:lvl2pPr algn="l">
              <a:defRPr sz="1950" b="0">
                <a:solidFill>
                  <a:srgbClr val="111111"/>
                </a:solidFill>
                <a:latin typeface="Arial Unicode MS"/>
                <a:ea typeface="Arial Unicode MS"/>
                <a:cs typeface="Arial Unicode MS"/>
              </a:defRPr>
            </a:lvl2pPr>
            <a:lvl3pPr algn="l">
              <a:defRPr sz="1950" b="0">
                <a:solidFill>
                  <a:srgbClr val="111111"/>
                </a:solidFill>
                <a:latin typeface="Arial Unicode MS"/>
                <a:ea typeface="Arial Unicode MS"/>
                <a:cs typeface="Arial Unicode MS"/>
              </a:defRPr>
            </a:lvl3pPr>
            <a:lvl4pPr algn="l">
              <a:defRPr sz="1950" b="0">
                <a:solidFill>
                  <a:srgbClr val="111111"/>
                </a:solidFill>
                <a:latin typeface="Arial Unicode MS"/>
                <a:ea typeface="Arial Unicode MS"/>
                <a:cs typeface="Arial Unicode MS"/>
              </a:defRPr>
            </a:lvl4pPr>
            <a:lvl5pPr algn="l">
              <a:defRPr sz="1950" b="0">
                <a:solidFill>
                  <a:srgbClr val="111111"/>
                </a:solidFill>
                <a:latin typeface="Arial Unicode MS"/>
                <a:ea typeface="Arial Unicode MS"/>
                <a:cs typeface="Arial Unicode MS"/>
              </a:defRPr>
            </a:lvl5pPr>
            <a:lvl6pPr algn="l">
              <a:defRPr sz="1950" b="0">
                <a:solidFill>
                  <a:srgbClr val="111111"/>
                </a:solidFill>
                <a:latin typeface="Arial Unicode MS"/>
                <a:ea typeface="Arial Unicode MS"/>
                <a:cs typeface="Arial Unicode MS"/>
              </a:defRPr>
            </a:lvl6pPr>
            <a:lvl7pPr algn="l">
              <a:defRPr sz="1950" b="0">
                <a:solidFill>
                  <a:srgbClr val="111111"/>
                </a:solidFill>
                <a:latin typeface="Arial Unicode MS"/>
                <a:ea typeface="Arial Unicode MS"/>
                <a:cs typeface="Arial Unicode MS"/>
              </a:defRPr>
            </a:lvl7pPr>
            <a:lvl8pPr algn="l">
              <a:defRPr sz="1950" b="0">
                <a:solidFill>
                  <a:srgbClr val="111111"/>
                </a:solidFill>
                <a:latin typeface="Arial Unicode MS"/>
                <a:ea typeface="Arial Unicode MS"/>
                <a:cs typeface="Arial Unicode MS"/>
              </a:defRPr>
            </a:lvl8pPr>
            <a:lvl9pPr algn="l">
              <a:defRPr sz="1950" b="0">
                <a:solidFill>
                  <a:srgbClr val="111111"/>
                </a:solidFill>
                <a:latin typeface="Arial Unicode MS"/>
                <a:ea typeface="Arial Unicode MS"/>
                <a:cs typeface="Arial Unicode MS"/>
              </a:defRPr>
            </a:lvl9pPr>
          </a:lstStyle>
          <a:p xmlns:a="http://schemas.openxmlformats.org/drawingml/2006/main">
            <a:pPr algn="l">
              <a:defRPr sz="1950" b="0">
                <a:solidFill>
                  <a:srgbClr val="111111"/>
                </a:solidFill>
                <a:latin typeface="Arial Unicode MS"/>
                <a:ea typeface="Arial Unicode MS"/>
                <a:cs typeface="Arial Unicode MS"/>
              </a:defRPr>
            </a:pPr>
            <a:r>
              <a:rPr sz="1950" b="0">
                <a:solidFill>
                  <a:srgbClr val="111111"/>
                </a:solidFill>
                <a:latin typeface="Arial Unicode MS"/>
                <a:ea typeface="Arial Unicode MS"/>
                <a:cs typeface="Arial Unicode MS"/>
              </a:rPr>
              <a:t>Seven initial screens: default, single and pair changes</a:t>
            </a:r>
          </a:p>
          <a:p xmlns:a="http://schemas.openxmlformats.org/drawingml/2006/main">
            <a:pPr algn="l">
              <a:defRPr sz="1950" b="0">
                <a:solidFill>
                  <a:srgbClr val="111111"/>
                </a:solidFill>
                <a:latin typeface="Arial Unicode MS"/>
                <a:ea typeface="Arial Unicode MS"/>
                <a:cs typeface="Arial Unicode MS"/>
              </a:defRPr>
            </a:pPr>
            <a:r>
              <a:rPr sz="1950" b="0">
                <a:solidFill>
                  <a:srgbClr val="111111"/>
                </a:solidFill>
                <a:latin typeface="Arial Unicode MS"/>
                <a:ea typeface="Arial Unicode MS"/>
                <a:cs typeface="Arial Unicode MS"/>
              </a:rPr>
              <a:t>Local contrasts estimate interaction reliability</a:t>
            </a:r>
          </a:p>
          <a:p xmlns:a="http://schemas.openxmlformats.org/drawingml/2006/main">
            <a:pPr algn="l">
              <a:defRPr sz="1950" b="0">
                <a:solidFill>
                  <a:srgbClr val="111111"/>
                </a:solidFill>
                <a:latin typeface="Arial Unicode MS"/>
                <a:ea typeface="Arial Unicode MS"/>
                <a:cs typeface="Arial Unicode MS"/>
              </a:defRPr>
            </a:pPr>
            <a:r>
              <a:rPr sz="1950" b="0">
                <a:solidFill>
                  <a:srgbClr val="111111"/>
                </a:solidFill>
                <a:latin typeface="Arial Unicode MS"/>
                <a:ea typeface="Arial Unicode MS"/>
                <a:cs typeface="Arial Unicode MS"/>
              </a:rPr>
              <a:t>Pair / single / global routing with conservative fallback</a:t>
            </a:r>
          </a:p>
        </p:txBody>
      </p:sp>
      <p:sp>
        <p:nvSpPr>
          <p:cNvPr id="16" name="">
            <a:extLst xmlns:a="http://schemas.openxmlformats.org/drawingml/2006/main">
              <a:ext uri="{FF2B5EF4-FFF2-40B4-BE49-F238E27FC236}">
                <a16:creationId xmlns:a16="http://schemas.microsoft.com/office/drawing/2014/main" id="{C1E1972D-CC03-43CA-8ABE-6D08F65BDBED}"/>
              </a:ext>
            </a:extLst>
          </p:cNvPr>
          <p:cNvSpPr>
            <a:spLocks xmlns:a="http://schemas.openxmlformats.org/drawingml/2006/main" noGrp="1"/>
          </p:cNvSpPr>
          <p:nvPr/>
        </p:nvSpPr>
        <p:spPr>
          <a:xfrm xmlns:a="http://schemas.openxmlformats.org/drawingml/2006/main">
            <a:off x="2047875" y="7048500"/>
            <a:ext cx="885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3333B2"/>
                </a:solidFill>
                <a:latin typeface="Arial Unicode MS"/>
                <a:ea typeface="Arial Unicode MS"/>
                <a:cs typeface="Arial Unicode MS"/>
              </a:defRPr>
            </a:defPPr>
            <a:lvl1pPr algn="l">
              <a:defRPr sz="1875" b="0">
                <a:solidFill>
                  <a:srgbClr val="3333B2"/>
                </a:solidFill>
                <a:latin typeface="Arial Unicode MS"/>
                <a:ea typeface="Arial Unicode MS"/>
                <a:cs typeface="Arial Unicode MS"/>
              </a:defRPr>
            </a:lvl1pPr>
            <a:lvl2pPr algn="l">
              <a:defRPr sz="1875" b="0">
                <a:solidFill>
                  <a:srgbClr val="3333B2"/>
                </a:solidFill>
                <a:latin typeface="Arial Unicode MS"/>
                <a:ea typeface="Arial Unicode MS"/>
                <a:cs typeface="Arial Unicode MS"/>
              </a:defRPr>
            </a:lvl2pPr>
            <a:lvl3pPr algn="l">
              <a:defRPr sz="1875" b="0">
                <a:solidFill>
                  <a:srgbClr val="3333B2"/>
                </a:solidFill>
                <a:latin typeface="Arial Unicode MS"/>
                <a:ea typeface="Arial Unicode MS"/>
                <a:cs typeface="Arial Unicode MS"/>
              </a:defRPr>
            </a:lvl3pPr>
            <a:lvl4pPr algn="l">
              <a:defRPr sz="1875" b="0">
                <a:solidFill>
                  <a:srgbClr val="3333B2"/>
                </a:solidFill>
                <a:latin typeface="Arial Unicode MS"/>
                <a:ea typeface="Arial Unicode MS"/>
                <a:cs typeface="Arial Unicode MS"/>
              </a:defRPr>
            </a:lvl4pPr>
            <a:lvl5pPr algn="l">
              <a:defRPr sz="1875" b="0">
                <a:solidFill>
                  <a:srgbClr val="3333B2"/>
                </a:solidFill>
                <a:latin typeface="Arial Unicode MS"/>
                <a:ea typeface="Arial Unicode MS"/>
                <a:cs typeface="Arial Unicode MS"/>
              </a:defRPr>
            </a:lvl5pPr>
            <a:lvl6pPr algn="l">
              <a:defRPr sz="1875" b="0">
                <a:solidFill>
                  <a:srgbClr val="3333B2"/>
                </a:solidFill>
                <a:latin typeface="Arial Unicode MS"/>
                <a:ea typeface="Arial Unicode MS"/>
                <a:cs typeface="Arial Unicode MS"/>
              </a:defRPr>
            </a:lvl6pPr>
            <a:lvl7pPr algn="l">
              <a:defRPr sz="1875" b="0">
                <a:solidFill>
                  <a:srgbClr val="3333B2"/>
                </a:solidFill>
                <a:latin typeface="Arial Unicode MS"/>
                <a:ea typeface="Arial Unicode MS"/>
                <a:cs typeface="Arial Unicode MS"/>
              </a:defRPr>
            </a:lvl7pPr>
            <a:lvl8pPr algn="l">
              <a:defRPr sz="1875" b="0">
                <a:solidFill>
                  <a:srgbClr val="3333B2"/>
                </a:solidFill>
                <a:latin typeface="Arial Unicode MS"/>
                <a:ea typeface="Arial Unicode MS"/>
                <a:cs typeface="Arial Unicode MS"/>
              </a:defRPr>
            </a:lvl8pPr>
            <a:lvl9pPr algn="l">
              <a:defRPr sz="1875" b="0">
                <a:solidFill>
                  <a:srgbClr val="3333B2"/>
                </a:solidFill>
                <a:latin typeface="Arial Unicode MS"/>
                <a:ea typeface="Arial Unicode MS"/>
                <a:cs typeface="Arial Unicode MS"/>
              </a:defRPr>
            </a:lvl9pPr>
          </a:lstStyle>
          <a:p xmlns:a="http://schemas.openxmlformats.org/drawingml/2006/main">
            <a:pPr algn="l">
              <a:defRPr sz="1875" b="0">
                <a:solidFill>
                  <a:srgbClr val="3333B2"/>
                </a:solidFill>
                <a:latin typeface="Arial Unicode MS"/>
                <a:ea typeface="Arial Unicode MS"/>
                <a:cs typeface="Arial Unicode MS"/>
              </a:defRPr>
            </a:pPr>
            <a:r>
              <a:rPr sz="1875" b="0">
                <a:solidFill>
                  <a:srgbClr val="3333B2"/>
                </a:solidFill>
                <a:latin typeface="Arial Unicode MS"/>
                <a:ea typeface="Arial Unicode MS"/>
                <a:cs typeface="Arial Unicode MS"/>
              </a:rPr>
              <a:t>IGBS ended with five full screens and a partial sixth.</a:t>
            </a:r>
          </a:p>
          <a:p xmlns:a="http://schemas.openxmlformats.org/drawingml/2006/main">
            <a:pPr algn="l">
              <a:defRPr sz="1875" b="0">
                <a:solidFill>
                  <a:srgbClr val="3333B2"/>
                </a:solidFill>
                <a:latin typeface="Arial Unicode MS"/>
                <a:ea typeface="Arial Unicode MS"/>
                <a:cs typeface="Arial Unicode MS"/>
              </a:defRPr>
            </a:pPr>
            <a:r>
              <a:rPr sz="1875" b="0">
                <a:solidFill>
                  <a:srgbClr val="3333B2"/>
                </a:solidFill>
                <a:latin typeface="Arial Unicode MS"/>
                <a:ea typeface="Arial Unicode MS"/>
                <a:cs typeface="Arial Unicode MS"/>
              </a:rPr>
              <a:t>The adaptive interaction-guided stage was not reached.</a:t>
            </a:r>
          </a:p>
        </p:txBody>
      </p:sp>
    </p:spTree>
    <p:extLst>
      <p:ext uri="{BB962C8B-B14F-4D97-AF65-F5344CB8AC3E}">
        <p14:creationId xmlns:p14="http://schemas.microsoft.com/office/powerpoint/2010/main" val="736201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386C21D-9E56-4978-BDB6-3A43D65E1D52}"/>
              </a:ext>
            </a:extLst>
          </p:cNvPr>
          <p:cNvSpPr>
            <a:spLocks xmlns:a="http://schemas.openxmlformats.org/drawingml/2006/main" noGrp="1"/>
          </p:cNvSpPr>
          <p:nvPr/>
        </p:nvSpPr>
        <p:spPr>
          <a:xfrm xmlns:a="http://schemas.openxmlformats.org/drawingml/2006/main">
            <a:off x="0" y="0"/>
            <a:ext cx="11430000" cy="142875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859D2B3-5C43-4A52-8300-8EC73C09F9D5}"/>
              </a:ext>
            </a:extLst>
          </p:cNvPr>
          <p:cNvSpPr>
            <a:spLocks xmlns:a="http://schemas.openxmlformats.org/drawingml/2006/main" noGrp="1"/>
          </p:cNvSpPr>
          <p:nvPr/>
        </p:nvSpPr>
        <p:spPr>
          <a:xfrm xmlns:a="http://schemas.openxmlformats.org/drawingml/2006/main">
            <a:off x="0" y="0"/>
            <a:ext cx="1428750" cy="857250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BEA57E6-BD7D-4910-B1E8-2B5DF4CF8607}"/>
              </a:ext>
            </a:extLst>
          </p:cNvPr>
          <p:cNvSpPr>
            <a:spLocks xmlns:a="http://schemas.openxmlformats.org/drawingml/2006/main" noGrp="1"/>
          </p:cNvSpPr>
          <p:nvPr/>
        </p:nvSpPr>
        <p:spPr>
          <a:xfrm xmlns:a="http://schemas.openxmlformats.org/drawingml/2006/main">
            <a:off x="0" y="0"/>
            <a:ext cx="1428750" cy="1428750"/>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23F8C58-4E96-4031-8FC0-4088206AF73D}"/>
              </a:ext>
            </a:extLst>
          </p:cNvPr>
          <p:cNvSpPr>
            <a:spLocks xmlns:a="http://schemas.openxmlformats.org/drawingml/2006/main" noGrp="1"/>
          </p:cNvSpPr>
          <p:nvPr/>
        </p:nvSpPr>
        <p:spPr>
          <a:xfrm xmlns:a="http://schemas.openxmlformats.org/drawingml/2006/main">
            <a:off x="1952625" y="333375"/>
            <a:ext cx="895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FFFFFF"/>
                </a:solidFill>
                <a:latin typeface="Arial Unicode MS"/>
                <a:ea typeface="Arial Unicode MS"/>
                <a:cs typeface="Arial Unicode MS"/>
              </a:defRPr>
            </a:defPPr>
            <a:lvl1pPr algn="l">
              <a:defRPr sz="2625" b="0">
                <a:solidFill>
                  <a:srgbClr val="FFFFFF"/>
                </a:solidFill>
                <a:latin typeface="Arial Unicode MS"/>
                <a:ea typeface="Arial Unicode MS"/>
                <a:cs typeface="Arial Unicode MS"/>
              </a:defRPr>
            </a:lvl1pPr>
            <a:lvl2pPr algn="l">
              <a:defRPr sz="2625" b="0">
                <a:solidFill>
                  <a:srgbClr val="FFFFFF"/>
                </a:solidFill>
                <a:latin typeface="Arial Unicode MS"/>
                <a:ea typeface="Arial Unicode MS"/>
                <a:cs typeface="Arial Unicode MS"/>
              </a:defRPr>
            </a:lvl2pPr>
            <a:lvl3pPr algn="l">
              <a:defRPr sz="2625" b="0">
                <a:solidFill>
                  <a:srgbClr val="FFFFFF"/>
                </a:solidFill>
                <a:latin typeface="Arial Unicode MS"/>
                <a:ea typeface="Arial Unicode MS"/>
                <a:cs typeface="Arial Unicode MS"/>
              </a:defRPr>
            </a:lvl3pPr>
            <a:lvl4pPr algn="l">
              <a:defRPr sz="2625" b="0">
                <a:solidFill>
                  <a:srgbClr val="FFFFFF"/>
                </a:solidFill>
                <a:latin typeface="Arial Unicode MS"/>
                <a:ea typeface="Arial Unicode MS"/>
                <a:cs typeface="Arial Unicode MS"/>
              </a:defRPr>
            </a:lvl4pPr>
            <a:lvl5pPr algn="l">
              <a:defRPr sz="2625" b="0">
                <a:solidFill>
                  <a:srgbClr val="FFFFFF"/>
                </a:solidFill>
                <a:latin typeface="Arial Unicode MS"/>
                <a:ea typeface="Arial Unicode MS"/>
                <a:cs typeface="Arial Unicode MS"/>
              </a:defRPr>
            </a:lvl5pPr>
            <a:lvl6pPr algn="l">
              <a:defRPr sz="2625" b="0">
                <a:solidFill>
                  <a:srgbClr val="FFFFFF"/>
                </a:solidFill>
                <a:latin typeface="Arial Unicode MS"/>
                <a:ea typeface="Arial Unicode MS"/>
                <a:cs typeface="Arial Unicode MS"/>
              </a:defRPr>
            </a:lvl6pPr>
            <a:lvl7pPr algn="l">
              <a:defRPr sz="2625" b="0">
                <a:solidFill>
                  <a:srgbClr val="FFFFFF"/>
                </a:solidFill>
                <a:latin typeface="Arial Unicode MS"/>
                <a:ea typeface="Arial Unicode MS"/>
                <a:cs typeface="Arial Unicode MS"/>
              </a:defRPr>
            </a:lvl7pPr>
            <a:lvl8pPr algn="l">
              <a:defRPr sz="2625" b="0">
                <a:solidFill>
                  <a:srgbClr val="FFFFFF"/>
                </a:solidFill>
                <a:latin typeface="Arial Unicode MS"/>
                <a:ea typeface="Arial Unicode MS"/>
                <a:cs typeface="Arial Unicode MS"/>
              </a:defRPr>
            </a:lvl8pPr>
            <a:lvl9pPr algn="l">
              <a:defRPr sz="2625" b="0">
                <a:solidFill>
                  <a:srgbClr val="FFFFFF"/>
                </a:solidFill>
                <a:latin typeface="Arial Unicode MS"/>
                <a:ea typeface="Arial Unicode MS"/>
                <a:cs typeface="Arial Unicode MS"/>
              </a:defRPr>
            </a:lvl9pPr>
          </a:lstStyle>
          <a:p xmlns:a="http://schemas.openxmlformats.org/drawingml/2006/main">
            <a:pPr algn="l">
              <a:defRPr sz="2625" b="0">
                <a:solidFill>
                  <a:srgbClr val="FFFFFF"/>
                </a:solidFill>
                <a:latin typeface="Arial Unicode MS"/>
                <a:ea typeface="Arial Unicode MS"/>
                <a:cs typeface="Arial Unicode MS"/>
              </a:defRPr>
            </a:pPr>
            <a:r>
              <a:rPr sz="2625" b="0">
                <a:solidFill>
                  <a:srgbClr val="FFFFFF"/>
                </a:solidFill>
                <a:latin typeface="Arial Unicode MS"/>
                <a:ea typeface="Arial Unicode MS"/>
                <a:cs typeface="Arial Unicode MS"/>
              </a:rPr>
              <a:t>IGBS: local contrasts and proposal routing</a:t>
            </a:r>
          </a:p>
        </p:txBody>
      </p:sp>
      <p:sp>
        <p:nvSpPr>
          <p:cNvPr id="6" name="">
            <a:extLst xmlns:a="http://schemas.openxmlformats.org/drawingml/2006/main">
              <a:ext uri="{FF2B5EF4-FFF2-40B4-BE49-F238E27FC236}">
                <a16:creationId xmlns:a16="http://schemas.microsoft.com/office/drawing/2014/main" id="{365A47CA-92DC-463C-9BC5-3B5C16B42F14}"/>
              </a:ext>
            </a:extLst>
          </p:cNvPr>
          <p:cNvSpPr>
            <a:spLocks xmlns:a="http://schemas.openxmlformats.org/drawingml/2006/main" noGrp="1"/>
          </p:cNvSpPr>
          <p:nvPr/>
        </p:nvSpPr>
        <p:spPr>
          <a:xfrm xmlns:a="http://schemas.openxmlformats.org/drawingml/2006/main">
            <a:off x="114300" y="27622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Problem</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design</a:t>
            </a:r>
          </a:p>
        </p:txBody>
      </p:sp>
      <p:sp>
        <p:nvSpPr>
          <p:cNvPr id="7" name="">
            <a:extLst xmlns:a="http://schemas.openxmlformats.org/drawingml/2006/main">
              <a:ext uri="{FF2B5EF4-FFF2-40B4-BE49-F238E27FC236}">
                <a16:creationId xmlns:a16="http://schemas.microsoft.com/office/drawing/2014/main" id="{9D61E7B3-7B2E-45FB-B21B-E09C46FD7C00}"/>
              </a:ext>
            </a:extLst>
          </p:cNvPr>
          <p:cNvSpPr>
            <a:spLocks xmlns:a="http://schemas.openxmlformats.org/drawingml/2006/main" noGrp="1"/>
          </p:cNvSpPr>
          <p:nvPr/>
        </p:nvSpPr>
        <p:spPr>
          <a:xfrm xmlns:a="http://schemas.openxmlformats.org/drawingml/2006/main">
            <a:off x="114300" y="37909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FFFFFF"/>
                </a:solidFill>
                <a:latin typeface="Arial Unicode MS"/>
                <a:ea typeface="Arial Unicode MS"/>
                <a:cs typeface="Arial Unicode MS"/>
              </a:defRPr>
            </a:defPPr>
            <a:lvl1pPr algn="l">
              <a:defRPr sz="1200" b="0">
                <a:solidFill>
                  <a:srgbClr val="FFFFFF"/>
                </a:solidFill>
                <a:latin typeface="Arial Unicode MS"/>
                <a:ea typeface="Arial Unicode MS"/>
                <a:cs typeface="Arial Unicode MS"/>
              </a:defRPr>
            </a:lvl1pPr>
            <a:lvl2pPr algn="l">
              <a:defRPr sz="1200" b="0">
                <a:solidFill>
                  <a:srgbClr val="FFFFFF"/>
                </a:solidFill>
                <a:latin typeface="Arial Unicode MS"/>
                <a:ea typeface="Arial Unicode MS"/>
                <a:cs typeface="Arial Unicode MS"/>
              </a:defRPr>
            </a:lvl2pPr>
            <a:lvl3pPr algn="l">
              <a:defRPr sz="1200" b="0">
                <a:solidFill>
                  <a:srgbClr val="FFFFFF"/>
                </a:solidFill>
                <a:latin typeface="Arial Unicode MS"/>
                <a:ea typeface="Arial Unicode MS"/>
                <a:cs typeface="Arial Unicode MS"/>
              </a:defRPr>
            </a:lvl3pPr>
            <a:lvl4pPr algn="l">
              <a:defRPr sz="1200" b="0">
                <a:solidFill>
                  <a:srgbClr val="FFFFFF"/>
                </a:solidFill>
                <a:latin typeface="Arial Unicode MS"/>
                <a:ea typeface="Arial Unicode MS"/>
                <a:cs typeface="Arial Unicode MS"/>
              </a:defRPr>
            </a:lvl4pPr>
            <a:lvl5pPr algn="l">
              <a:defRPr sz="1200" b="0">
                <a:solidFill>
                  <a:srgbClr val="FFFFFF"/>
                </a:solidFill>
                <a:latin typeface="Arial Unicode MS"/>
                <a:ea typeface="Arial Unicode MS"/>
                <a:cs typeface="Arial Unicode MS"/>
              </a:defRPr>
            </a:lvl5pPr>
            <a:lvl6pPr algn="l">
              <a:defRPr sz="1200" b="0">
                <a:solidFill>
                  <a:srgbClr val="FFFFFF"/>
                </a:solidFill>
                <a:latin typeface="Arial Unicode MS"/>
                <a:ea typeface="Arial Unicode MS"/>
                <a:cs typeface="Arial Unicode MS"/>
              </a:defRPr>
            </a:lvl6pPr>
            <a:lvl7pPr algn="l">
              <a:defRPr sz="1200" b="0">
                <a:solidFill>
                  <a:srgbClr val="FFFFFF"/>
                </a:solidFill>
                <a:latin typeface="Arial Unicode MS"/>
                <a:ea typeface="Arial Unicode MS"/>
                <a:cs typeface="Arial Unicode MS"/>
              </a:defRPr>
            </a:lvl7pPr>
            <a:lvl8pPr algn="l">
              <a:defRPr sz="1200" b="0">
                <a:solidFill>
                  <a:srgbClr val="FFFFFF"/>
                </a:solidFill>
                <a:latin typeface="Arial Unicode MS"/>
                <a:ea typeface="Arial Unicode MS"/>
                <a:cs typeface="Arial Unicode MS"/>
              </a:defRPr>
            </a:lvl8pPr>
            <a:lvl9pPr algn="l">
              <a:defRPr sz="1200" b="0">
                <a:solidFill>
                  <a:srgbClr val="FFFFFF"/>
                </a:solidFill>
                <a:latin typeface="Arial Unicode MS"/>
                <a:ea typeface="Arial Unicode MS"/>
                <a:cs typeface="Arial Unicode MS"/>
              </a:defRPr>
            </a:lvl9pPr>
          </a:lstStyle>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Search</a:t>
            </a:r>
          </a:p>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methods</a:t>
            </a:r>
          </a:p>
        </p:txBody>
      </p:sp>
      <p:sp>
        <p:nvSpPr>
          <p:cNvPr id="8" name="">
            <a:extLst xmlns:a="http://schemas.openxmlformats.org/drawingml/2006/main">
              <a:ext uri="{FF2B5EF4-FFF2-40B4-BE49-F238E27FC236}">
                <a16:creationId xmlns:a16="http://schemas.microsoft.com/office/drawing/2014/main" id="{92EA3824-6988-4F61-A7F1-043CF86706B5}"/>
              </a:ext>
            </a:extLst>
          </p:cNvPr>
          <p:cNvSpPr>
            <a:spLocks xmlns:a="http://schemas.openxmlformats.org/drawingml/2006/main" noGrp="1"/>
          </p:cNvSpPr>
          <p:nvPr/>
        </p:nvSpPr>
        <p:spPr>
          <a:xfrm xmlns:a="http://schemas.openxmlformats.org/drawingml/2006/main">
            <a:off x="114300" y="48196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Validation</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results</a:t>
            </a:r>
          </a:p>
        </p:txBody>
      </p:sp>
      <p:sp>
        <p:nvSpPr>
          <p:cNvPr id="9" name="">
            <a:extLst xmlns:a="http://schemas.openxmlformats.org/drawingml/2006/main">
              <a:ext uri="{FF2B5EF4-FFF2-40B4-BE49-F238E27FC236}">
                <a16:creationId xmlns:a16="http://schemas.microsoft.com/office/drawing/2014/main" id="{FE5D02BB-50A0-4F7D-A912-17E2C7C7E09F}"/>
              </a:ext>
            </a:extLst>
          </p:cNvPr>
          <p:cNvSpPr>
            <a:spLocks xmlns:a="http://schemas.openxmlformats.org/drawingml/2006/main" noGrp="1"/>
          </p:cNvSpPr>
          <p:nvPr/>
        </p:nvSpPr>
        <p:spPr>
          <a:xfrm xmlns:a="http://schemas.openxmlformats.org/drawingml/2006/main">
            <a:off x="114300" y="58483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Analysis</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limits</a:t>
            </a:r>
          </a:p>
        </p:txBody>
      </p:sp>
      <p:sp>
        <p:nvSpPr>
          <p:cNvPr id="10" name="">
            <a:extLst xmlns:a="http://schemas.openxmlformats.org/drawingml/2006/main">
              <a:ext uri="{FF2B5EF4-FFF2-40B4-BE49-F238E27FC236}">
                <a16:creationId xmlns:a16="http://schemas.microsoft.com/office/drawing/2014/main" id="{6605EFEA-4242-4A6E-B2F4-A6A659302041}"/>
              </a:ext>
            </a:extLst>
          </p:cNvPr>
          <p:cNvSpPr>
            <a:spLocks xmlns:a="http://schemas.openxmlformats.org/drawingml/2006/main" noGrp="1"/>
          </p:cNvSpPr>
          <p:nvPr/>
        </p:nvSpPr>
        <p:spPr>
          <a:xfrm xmlns:a="http://schemas.openxmlformats.org/drawingml/2006/main">
            <a:off x="10001250" y="80962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777777"/>
                </a:solidFill>
                <a:latin typeface="Arial Unicode MS"/>
                <a:ea typeface="Arial Unicode MS"/>
                <a:cs typeface="Arial Unicode MS"/>
              </a:defRPr>
            </a:defPPr>
            <a:lvl1pPr algn="r">
              <a:defRPr sz="1200" b="0">
                <a:solidFill>
                  <a:srgbClr val="777777"/>
                </a:solidFill>
                <a:latin typeface="Arial Unicode MS"/>
                <a:ea typeface="Arial Unicode MS"/>
                <a:cs typeface="Arial Unicode MS"/>
              </a:defRPr>
            </a:lvl1pPr>
            <a:lvl2pPr algn="r">
              <a:defRPr sz="1200" b="0">
                <a:solidFill>
                  <a:srgbClr val="777777"/>
                </a:solidFill>
                <a:latin typeface="Arial Unicode MS"/>
                <a:ea typeface="Arial Unicode MS"/>
                <a:cs typeface="Arial Unicode MS"/>
              </a:defRPr>
            </a:lvl2pPr>
            <a:lvl3pPr algn="r">
              <a:defRPr sz="1200" b="0">
                <a:solidFill>
                  <a:srgbClr val="777777"/>
                </a:solidFill>
                <a:latin typeface="Arial Unicode MS"/>
                <a:ea typeface="Arial Unicode MS"/>
                <a:cs typeface="Arial Unicode MS"/>
              </a:defRPr>
            </a:lvl3pPr>
            <a:lvl4pPr algn="r">
              <a:defRPr sz="1200" b="0">
                <a:solidFill>
                  <a:srgbClr val="777777"/>
                </a:solidFill>
                <a:latin typeface="Arial Unicode MS"/>
                <a:ea typeface="Arial Unicode MS"/>
                <a:cs typeface="Arial Unicode MS"/>
              </a:defRPr>
            </a:lvl4pPr>
            <a:lvl5pPr algn="r">
              <a:defRPr sz="1200" b="0">
                <a:solidFill>
                  <a:srgbClr val="777777"/>
                </a:solidFill>
                <a:latin typeface="Arial Unicode MS"/>
                <a:ea typeface="Arial Unicode MS"/>
                <a:cs typeface="Arial Unicode MS"/>
              </a:defRPr>
            </a:lvl5pPr>
            <a:lvl6pPr algn="r">
              <a:defRPr sz="1200" b="0">
                <a:solidFill>
                  <a:srgbClr val="777777"/>
                </a:solidFill>
                <a:latin typeface="Arial Unicode MS"/>
                <a:ea typeface="Arial Unicode MS"/>
                <a:cs typeface="Arial Unicode MS"/>
              </a:defRPr>
            </a:lvl6pPr>
            <a:lvl7pPr algn="r">
              <a:defRPr sz="1200" b="0">
                <a:solidFill>
                  <a:srgbClr val="777777"/>
                </a:solidFill>
                <a:latin typeface="Arial Unicode MS"/>
                <a:ea typeface="Arial Unicode MS"/>
                <a:cs typeface="Arial Unicode MS"/>
              </a:defRPr>
            </a:lvl7pPr>
            <a:lvl8pPr algn="r">
              <a:defRPr sz="1200" b="0">
                <a:solidFill>
                  <a:srgbClr val="777777"/>
                </a:solidFill>
                <a:latin typeface="Arial Unicode MS"/>
                <a:ea typeface="Arial Unicode MS"/>
                <a:cs typeface="Arial Unicode MS"/>
              </a:defRPr>
            </a:lvl8pPr>
            <a:lvl9pPr algn="r">
              <a:defRPr sz="1200" b="0">
                <a:solidFill>
                  <a:srgbClr val="777777"/>
                </a:solidFill>
                <a:latin typeface="Arial Unicode MS"/>
                <a:ea typeface="Arial Unicode MS"/>
                <a:cs typeface="Arial Unicode MS"/>
              </a:defRPr>
            </a:lvl9pPr>
          </a:lstStyle>
          <a:p xmlns:a="http://schemas.openxmlformats.org/drawingml/2006/main">
            <a:pPr algn="r">
              <a:defRPr sz="1200" b="0">
                <a:solidFill>
                  <a:srgbClr val="777777"/>
                </a:solidFill>
                <a:latin typeface="Arial Unicode MS"/>
                <a:ea typeface="Arial Unicode MS"/>
                <a:cs typeface="Arial Unicode MS"/>
              </a:defRPr>
            </a:pPr>
            <a:r>
              <a:rPr sz="1200" b="0">
                <a:solidFill>
                  <a:srgbClr val="777777"/>
                </a:solidFill>
                <a:latin typeface="Arial Unicode MS"/>
                <a:ea typeface="Arial Unicode MS"/>
                <a:cs typeface="Arial Unicode MS"/>
              </a:rPr>
              <a:t>6 / 16</a:t>
            </a:r>
          </a:p>
        </p:txBody>
      </p:sp>
      <p:sp>
        <p:nvSpPr>
          <p:cNvPr id="11" name="">
            <a:extLst xmlns:a="http://schemas.openxmlformats.org/drawingml/2006/main">
              <a:ext uri="{FF2B5EF4-FFF2-40B4-BE49-F238E27FC236}">
                <a16:creationId xmlns:a16="http://schemas.microsoft.com/office/drawing/2014/main" id="{26A53E5C-4ECA-480E-BF9C-D05F4B9B41BC}"/>
              </a:ext>
            </a:extLst>
          </p:cNvPr>
          <p:cNvSpPr>
            <a:spLocks xmlns:a="http://schemas.openxmlformats.org/drawingml/2006/main" noGrp="1"/>
          </p:cNvSpPr>
          <p:nvPr/>
        </p:nvSpPr>
        <p:spPr>
          <a:xfrm xmlns:a="http://schemas.openxmlformats.org/drawingml/2006/main">
            <a:off x="2047875" y="1905000"/>
            <a:ext cx="885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11111"/>
                </a:solidFill>
                <a:latin typeface="Arial Unicode MS"/>
                <a:ea typeface="Arial Unicode MS"/>
                <a:cs typeface="Arial Unicode MS"/>
              </a:defRPr>
            </a:defPPr>
            <a:lvl1pPr algn="l">
              <a:defRPr sz="2100" b="0">
                <a:solidFill>
                  <a:srgbClr val="111111"/>
                </a:solidFill>
                <a:latin typeface="Arial Unicode MS"/>
                <a:ea typeface="Arial Unicode MS"/>
                <a:cs typeface="Arial Unicode MS"/>
              </a:defRPr>
            </a:lvl1pPr>
            <a:lvl2pPr algn="l">
              <a:defRPr sz="2100" b="0">
                <a:solidFill>
                  <a:srgbClr val="111111"/>
                </a:solidFill>
                <a:latin typeface="Arial Unicode MS"/>
                <a:ea typeface="Arial Unicode MS"/>
                <a:cs typeface="Arial Unicode MS"/>
              </a:defRPr>
            </a:lvl2pPr>
            <a:lvl3pPr algn="l">
              <a:defRPr sz="2100" b="0">
                <a:solidFill>
                  <a:srgbClr val="111111"/>
                </a:solidFill>
                <a:latin typeface="Arial Unicode MS"/>
                <a:ea typeface="Arial Unicode MS"/>
                <a:cs typeface="Arial Unicode MS"/>
              </a:defRPr>
            </a:lvl3pPr>
            <a:lvl4pPr algn="l">
              <a:defRPr sz="2100" b="0">
                <a:solidFill>
                  <a:srgbClr val="111111"/>
                </a:solidFill>
                <a:latin typeface="Arial Unicode MS"/>
                <a:ea typeface="Arial Unicode MS"/>
                <a:cs typeface="Arial Unicode MS"/>
              </a:defRPr>
            </a:lvl4pPr>
            <a:lvl5pPr algn="l">
              <a:defRPr sz="2100" b="0">
                <a:solidFill>
                  <a:srgbClr val="111111"/>
                </a:solidFill>
                <a:latin typeface="Arial Unicode MS"/>
                <a:ea typeface="Arial Unicode MS"/>
                <a:cs typeface="Arial Unicode MS"/>
              </a:defRPr>
            </a:lvl5pPr>
            <a:lvl6pPr algn="l">
              <a:defRPr sz="2100" b="0">
                <a:solidFill>
                  <a:srgbClr val="111111"/>
                </a:solidFill>
                <a:latin typeface="Arial Unicode MS"/>
                <a:ea typeface="Arial Unicode MS"/>
                <a:cs typeface="Arial Unicode MS"/>
              </a:defRPr>
            </a:lvl6pPr>
            <a:lvl7pPr algn="l">
              <a:defRPr sz="2100" b="0">
                <a:solidFill>
                  <a:srgbClr val="111111"/>
                </a:solidFill>
                <a:latin typeface="Arial Unicode MS"/>
                <a:ea typeface="Arial Unicode MS"/>
                <a:cs typeface="Arial Unicode MS"/>
              </a:defRPr>
            </a:lvl7pPr>
            <a:lvl8pPr algn="l">
              <a:defRPr sz="2100" b="0">
                <a:solidFill>
                  <a:srgbClr val="111111"/>
                </a:solidFill>
                <a:latin typeface="Arial Unicode MS"/>
                <a:ea typeface="Arial Unicode MS"/>
                <a:cs typeface="Arial Unicode MS"/>
              </a:defRPr>
            </a:lvl8pPr>
            <a:lvl9pPr algn="l">
              <a:defRPr sz="2100" b="0">
                <a:solidFill>
                  <a:srgbClr val="111111"/>
                </a:solidFill>
                <a:latin typeface="Arial Unicode MS"/>
                <a:ea typeface="Arial Unicode MS"/>
                <a:cs typeface="Arial Unicode MS"/>
              </a:defRPr>
            </a:lvl9pPr>
          </a:lstStyle>
          <a:p xmlns:a="http://schemas.openxmlformats.org/drawingml/2006/main">
            <a:pPr algn="l">
              <a:defRPr sz="2100" b="0">
                <a:solidFill>
                  <a:srgbClr val="111111"/>
                </a:solidFill>
                <a:latin typeface="Arial Unicode MS"/>
                <a:ea typeface="Arial Unicode MS"/>
                <a:cs typeface="Arial Unicode MS"/>
              </a:defRPr>
            </a:pPr>
            <a:r>
              <a:rPr sz="2100" b="0">
                <a:solidFill>
                  <a:srgbClr val="111111"/>
                </a:solidFill>
                <a:latin typeface="Arial Unicode MS"/>
                <a:ea typeface="Arial Unicode MS"/>
                <a:cs typeface="Arial Unicode MS"/>
              </a:rPr>
              <a:t>1. Screen seven configurations</a:t>
            </a:r>
          </a:p>
          <a:p xmlns:a="http://schemas.openxmlformats.org/drawingml/2006/main">
            <a:pPr algn="l">
              <a:defRPr sz="2100" b="0">
                <a:solidFill>
                  <a:srgbClr val="111111"/>
                </a:solidFill>
                <a:latin typeface="Arial Unicode MS"/>
                <a:ea typeface="Arial Unicode MS"/>
                <a:cs typeface="Arial Unicode MS"/>
              </a:defRPr>
            </a:pPr>
            <a:r>
              <a:rPr sz="2100" b="0">
                <a:solidFill>
                  <a:srgbClr val="111111"/>
                </a:solidFill>
                <a:latin typeface="Arial Unicode MS"/>
                <a:ea typeface="Arial Unicode MS"/>
                <a:cs typeface="Arial Unicode MS"/>
              </a:rPr>
              <a:t>    Default + three single changes + three pair changes</a:t>
            </a:r>
          </a:p>
        </p:txBody>
      </p:sp>
      <p:sp>
        <p:nvSpPr>
          <p:cNvPr id="12" name="">
            <a:extLst xmlns:a="http://schemas.openxmlformats.org/drawingml/2006/main">
              <a:ext uri="{FF2B5EF4-FFF2-40B4-BE49-F238E27FC236}">
                <a16:creationId xmlns:a16="http://schemas.microsoft.com/office/drawing/2014/main" id="{30579489-2B6D-4EB5-B865-1B9425F99B91}"/>
              </a:ext>
            </a:extLst>
          </p:cNvPr>
          <p:cNvSpPr>
            <a:spLocks xmlns:a="http://schemas.openxmlformats.org/drawingml/2006/main" noGrp="1"/>
          </p:cNvSpPr>
          <p:nvPr/>
        </p:nvSpPr>
        <p:spPr>
          <a:xfrm xmlns:a="http://schemas.openxmlformats.org/drawingml/2006/main">
            <a:off x="1924050" y="3143250"/>
            <a:ext cx="9029700" cy="1952625"/>
          </a:xfrm>
          <a:prstGeom xmlns:a="http://schemas.openxmlformats.org/drawingml/2006/main" prst="rect">
            <a:avLst/>
          </a:prstGeom>
          <a:solidFill xmlns:a="http://schemas.openxmlformats.org/drawingml/2006/main">
            <a:srgbClr val="EAEAF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C0B49F7-9AC0-4213-AC4B-E65EC7350174}"/>
              </a:ext>
            </a:extLst>
          </p:cNvPr>
          <p:cNvSpPr>
            <a:spLocks xmlns:a="http://schemas.openxmlformats.org/drawingml/2006/main" noGrp="1"/>
          </p:cNvSpPr>
          <p:nvPr/>
        </p:nvSpPr>
        <p:spPr>
          <a:xfrm xmlns:a="http://schemas.openxmlformats.org/drawingml/2006/main">
            <a:off x="1924050" y="3143250"/>
            <a:ext cx="9029700" cy="409575"/>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2B3C140-77E3-48B5-B61E-F5227B5EA249}"/>
              </a:ext>
            </a:extLst>
          </p:cNvPr>
          <p:cNvSpPr>
            <a:spLocks xmlns:a="http://schemas.openxmlformats.org/drawingml/2006/main" noGrp="1"/>
          </p:cNvSpPr>
          <p:nvPr/>
        </p:nvSpPr>
        <p:spPr>
          <a:xfrm xmlns:a="http://schemas.openxmlformats.org/drawingml/2006/main">
            <a:off x="2076450" y="3162300"/>
            <a:ext cx="8715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FFFFFF"/>
                </a:solidFill>
                <a:latin typeface="Arial Unicode MS"/>
                <a:ea typeface="Arial Unicode MS"/>
                <a:cs typeface="Arial Unicode MS"/>
              </a:defRPr>
            </a:defPPr>
            <a:lvl1pPr algn="l">
              <a:defRPr sz="1875" b="0">
                <a:solidFill>
                  <a:srgbClr val="FFFFFF"/>
                </a:solidFill>
                <a:latin typeface="Arial Unicode MS"/>
                <a:ea typeface="Arial Unicode MS"/>
                <a:cs typeface="Arial Unicode MS"/>
              </a:defRPr>
            </a:lvl1pPr>
            <a:lvl2pPr algn="l">
              <a:defRPr sz="1875" b="0">
                <a:solidFill>
                  <a:srgbClr val="FFFFFF"/>
                </a:solidFill>
                <a:latin typeface="Arial Unicode MS"/>
                <a:ea typeface="Arial Unicode MS"/>
                <a:cs typeface="Arial Unicode MS"/>
              </a:defRPr>
            </a:lvl2pPr>
            <a:lvl3pPr algn="l">
              <a:defRPr sz="1875" b="0">
                <a:solidFill>
                  <a:srgbClr val="FFFFFF"/>
                </a:solidFill>
                <a:latin typeface="Arial Unicode MS"/>
                <a:ea typeface="Arial Unicode MS"/>
                <a:cs typeface="Arial Unicode MS"/>
              </a:defRPr>
            </a:lvl3pPr>
            <a:lvl4pPr algn="l">
              <a:defRPr sz="1875" b="0">
                <a:solidFill>
                  <a:srgbClr val="FFFFFF"/>
                </a:solidFill>
                <a:latin typeface="Arial Unicode MS"/>
                <a:ea typeface="Arial Unicode MS"/>
                <a:cs typeface="Arial Unicode MS"/>
              </a:defRPr>
            </a:lvl4pPr>
            <a:lvl5pPr algn="l">
              <a:defRPr sz="1875" b="0">
                <a:solidFill>
                  <a:srgbClr val="FFFFFF"/>
                </a:solidFill>
                <a:latin typeface="Arial Unicode MS"/>
                <a:ea typeface="Arial Unicode MS"/>
                <a:cs typeface="Arial Unicode MS"/>
              </a:defRPr>
            </a:lvl5pPr>
            <a:lvl6pPr algn="l">
              <a:defRPr sz="1875" b="0">
                <a:solidFill>
                  <a:srgbClr val="FFFFFF"/>
                </a:solidFill>
                <a:latin typeface="Arial Unicode MS"/>
                <a:ea typeface="Arial Unicode MS"/>
                <a:cs typeface="Arial Unicode MS"/>
              </a:defRPr>
            </a:lvl6pPr>
            <a:lvl7pPr algn="l">
              <a:defRPr sz="1875" b="0">
                <a:solidFill>
                  <a:srgbClr val="FFFFFF"/>
                </a:solidFill>
                <a:latin typeface="Arial Unicode MS"/>
                <a:ea typeface="Arial Unicode MS"/>
                <a:cs typeface="Arial Unicode MS"/>
              </a:defRPr>
            </a:lvl7pPr>
            <a:lvl8pPr algn="l">
              <a:defRPr sz="1875" b="0">
                <a:solidFill>
                  <a:srgbClr val="FFFFFF"/>
                </a:solidFill>
                <a:latin typeface="Arial Unicode MS"/>
                <a:ea typeface="Arial Unicode MS"/>
                <a:cs typeface="Arial Unicode MS"/>
              </a:defRPr>
            </a:lvl8pPr>
            <a:lvl9pPr algn="l">
              <a:defRPr sz="1875" b="0">
                <a:solidFill>
                  <a:srgbClr val="FFFFFF"/>
                </a:solidFill>
                <a:latin typeface="Arial Unicode MS"/>
                <a:ea typeface="Arial Unicode MS"/>
                <a:cs typeface="Arial Unicode MS"/>
              </a:defRPr>
            </a:lvl9pPr>
          </a:lstStyle>
          <a:p xmlns:a="http://schemas.openxmlformats.org/drawingml/2006/main">
            <a:pPr algn="l">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2. Estimate a matched pair interaction</a:t>
            </a:r>
          </a:p>
        </p:txBody>
      </p:sp>
      <p:sp>
        <p:nvSpPr>
          <p:cNvPr id="15" name="">
            <a:extLst xmlns:a="http://schemas.openxmlformats.org/drawingml/2006/main">
              <a:ext uri="{FF2B5EF4-FFF2-40B4-BE49-F238E27FC236}">
                <a16:creationId xmlns:a16="http://schemas.microsoft.com/office/drawing/2014/main" id="{22D85D5F-8C7C-4E53-865C-C4061F239708}"/>
              </a:ext>
            </a:extLst>
          </p:cNvPr>
          <p:cNvSpPr>
            <a:spLocks xmlns:a="http://schemas.openxmlformats.org/drawingml/2006/main" noGrp="1"/>
          </p:cNvSpPr>
          <p:nvPr/>
        </p:nvSpPr>
        <p:spPr>
          <a:xfrm xmlns:a="http://schemas.openxmlformats.org/drawingml/2006/main">
            <a:off x="2133600" y="3695700"/>
            <a:ext cx="8572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11111"/>
                </a:solidFill>
                <a:latin typeface="Arial Unicode MS"/>
                <a:ea typeface="Arial Unicode MS"/>
                <a:cs typeface="Arial Unicode MS"/>
              </a:defRPr>
            </a:defPPr>
            <a:lvl1pPr algn="l">
              <a:defRPr sz="2025" b="0">
                <a:solidFill>
                  <a:srgbClr val="111111"/>
                </a:solidFill>
                <a:latin typeface="Arial Unicode MS"/>
                <a:ea typeface="Arial Unicode MS"/>
                <a:cs typeface="Arial Unicode MS"/>
              </a:defRPr>
            </a:lvl1pPr>
            <a:lvl2pPr algn="l">
              <a:defRPr sz="2025" b="0">
                <a:solidFill>
                  <a:srgbClr val="111111"/>
                </a:solidFill>
                <a:latin typeface="Arial Unicode MS"/>
                <a:ea typeface="Arial Unicode MS"/>
                <a:cs typeface="Arial Unicode MS"/>
              </a:defRPr>
            </a:lvl2pPr>
            <a:lvl3pPr algn="l">
              <a:defRPr sz="2025" b="0">
                <a:solidFill>
                  <a:srgbClr val="111111"/>
                </a:solidFill>
                <a:latin typeface="Arial Unicode MS"/>
                <a:ea typeface="Arial Unicode MS"/>
                <a:cs typeface="Arial Unicode MS"/>
              </a:defRPr>
            </a:lvl3pPr>
            <a:lvl4pPr algn="l">
              <a:defRPr sz="2025" b="0">
                <a:solidFill>
                  <a:srgbClr val="111111"/>
                </a:solidFill>
                <a:latin typeface="Arial Unicode MS"/>
                <a:ea typeface="Arial Unicode MS"/>
                <a:cs typeface="Arial Unicode MS"/>
              </a:defRPr>
            </a:lvl4pPr>
            <a:lvl5pPr algn="l">
              <a:defRPr sz="2025" b="0">
                <a:solidFill>
                  <a:srgbClr val="111111"/>
                </a:solidFill>
                <a:latin typeface="Arial Unicode MS"/>
                <a:ea typeface="Arial Unicode MS"/>
                <a:cs typeface="Arial Unicode MS"/>
              </a:defRPr>
            </a:lvl5pPr>
            <a:lvl6pPr algn="l">
              <a:defRPr sz="2025" b="0">
                <a:solidFill>
                  <a:srgbClr val="111111"/>
                </a:solidFill>
                <a:latin typeface="Arial Unicode MS"/>
                <a:ea typeface="Arial Unicode MS"/>
                <a:cs typeface="Arial Unicode MS"/>
              </a:defRPr>
            </a:lvl6pPr>
            <a:lvl7pPr algn="l">
              <a:defRPr sz="2025" b="0">
                <a:solidFill>
                  <a:srgbClr val="111111"/>
                </a:solidFill>
                <a:latin typeface="Arial Unicode MS"/>
                <a:ea typeface="Arial Unicode MS"/>
                <a:cs typeface="Arial Unicode MS"/>
              </a:defRPr>
            </a:lvl7pPr>
            <a:lvl8pPr algn="l">
              <a:defRPr sz="2025" b="0">
                <a:solidFill>
                  <a:srgbClr val="111111"/>
                </a:solidFill>
                <a:latin typeface="Arial Unicode MS"/>
                <a:ea typeface="Arial Unicode MS"/>
                <a:cs typeface="Arial Unicode MS"/>
              </a:defRPr>
            </a:lvl8pPr>
            <a:lvl9pPr algn="l">
              <a:defRPr sz="2025" b="0">
                <a:solidFill>
                  <a:srgbClr val="111111"/>
                </a:solidFill>
                <a:latin typeface="Arial Unicode MS"/>
                <a:ea typeface="Arial Unicode MS"/>
                <a:cs typeface="Arial Unicode MS"/>
              </a:defRPr>
            </a:lvl9pPr>
          </a:lstStyle>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Interaction = mean(y₁₁ − y₁₀ − y₀₁ + y₀₀)</a:t>
            </a:r>
          </a:p>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Hold the third parameter and the task roster fixed.</a:t>
            </a:r>
          </a:p>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A missing corner leaves the contrast unknown.</a:t>
            </a:r>
          </a:p>
        </p:txBody>
      </p:sp>
      <p:sp>
        <p:nvSpPr>
          <p:cNvPr id="16" name="">
            <a:extLst xmlns:a="http://schemas.openxmlformats.org/drawingml/2006/main">
              <a:ext uri="{FF2B5EF4-FFF2-40B4-BE49-F238E27FC236}">
                <a16:creationId xmlns:a16="http://schemas.microsoft.com/office/drawing/2014/main" id="{447FD3E9-D357-4875-B37C-C594076B19CC}"/>
              </a:ext>
            </a:extLst>
          </p:cNvPr>
          <p:cNvSpPr>
            <a:spLocks xmlns:a="http://schemas.openxmlformats.org/drawingml/2006/main" noGrp="1"/>
          </p:cNvSpPr>
          <p:nvPr/>
        </p:nvSpPr>
        <p:spPr>
          <a:xfrm xmlns:a="http://schemas.openxmlformats.org/drawingml/2006/main">
            <a:off x="2047875" y="5429250"/>
            <a:ext cx="8858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11111"/>
                </a:solidFill>
                <a:latin typeface="Arial Unicode MS"/>
                <a:ea typeface="Arial Unicode MS"/>
                <a:cs typeface="Arial Unicode MS"/>
              </a:defRPr>
            </a:defPPr>
            <a:lvl1pPr algn="l">
              <a:defRPr sz="1950" b="0">
                <a:solidFill>
                  <a:srgbClr val="111111"/>
                </a:solidFill>
                <a:latin typeface="Arial Unicode MS"/>
                <a:ea typeface="Arial Unicode MS"/>
                <a:cs typeface="Arial Unicode MS"/>
              </a:defRPr>
            </a:lvl1pPr>
            <a:lvl2pPr algn="l">
              <a:defRPr sz="1950" b="0">
                <a:solidFill>
                  <a:srgbClr val="111111"/>
                </a:solidFill>
                <a:latin typeface="Arial Unicode MS"/>
                <a:ea typeface="Arial Unicode MS"/>
                <a:cs typeface="Arial Unicode MS"/>
              </a:defRPr>
            </a:lvl2pPr>
            <a:lvl3pPr algn="l">
              <a:defRPr sz="1950" b="0">
                <a:solidFill>
                  <a:srgbClr val="111111"/>
                </a:solidFill>
                <a:latin typeface="Arial Unicode MS"/>
                <a:ea typeface="Arial Unicode MS"/>
                <a:cs typeface="Arial Unicode MS"/>
              </a:defRPr>
            </a:lvl3pPr>
            <a:lvl4pPr algn="l">
              <a:defRPr sz="1950" b="0">
                <a:solidFill>
                  <a:srgbClr val="111111"/>
                </a:solidFill>
                <a:latin typeface="Arial Unicode MS"/>
                <a:ea typeface="Arial Unicode MS"/>
                <a:cs typeface="Arial Unicode MS"/>
              </a:defRPr>
            </a:lvl4pPr>
            <a:lvl5pPr algn="l">
              <a:defRPr sz="1950" b="0">
                <a:solidFill>
                  <a:srgbClr val="111111"/>
                </a:solidFill>
                <a:latin typeface="Arial Unicode MS"/>
                <a:ea typeface="Arial Unicode MS"/>
                <a:cs typeface="Arial Unicode MS"/>
              </a:defRPr>
            </a:lvl5pPr>
            <a:lvl6pPr algn="l">
              <a:defRPr sz="1950" b="0">
                <a:solidFill>
                  <a:srgbClr val="111111"/>
                </a:solidFill>
                <a:latin typeface="Arial Unicode MS"/>
                <a:ea typeface="Arial Unicode MS"/>
                <a:cs typeface="Arial Unicode MS"/>
              </a:defRPr>
            </a:lvl6pPr>
            <a:lvl7pPr algn="l">
              <a:defRPr sz="1950" b="0">
                <a:solidFill>
                  <a:srgbClr val="111111"/>
                </a:solidFill>
                <a:latin typeface="Arial Unicode MS"/>
                <a:ea typeface="Arial Unicode MS"/>
                <a:cs typeface="Arial Unicode MS"/>
              </a:defRPr>
            </a:lvl7pPr>
            <a:lvl8pPr algn="l">
              <a:defRPr sz="1950" b="0">
                <a:solidFill>
                  <a:srgbClr val="111111"/>
                </a:solidFill>
                <a:latin typeface="Arial Unicode MS"/>
                <a:ea typeface="Arial Unicode MS"/>
                <a:cs typeface="Arial Unicode MS"/>
              </a:defRPr>
            </a:lvl8pPr>
            <a:lvl9pPr algn="l">
              <a:defRPr sz="1950" b="0">
                <a:solidFill>
                  <a:srgbClr val="111111"/>
                </a:solidFill>
                <a:latin typeface="Arial Unicode MS"/>
                <a:ea typeface="Arial Unicode MS"/>
                <a:cs typeface="Arial Unicode MS"/>
              </a:defRPr>
            </a:lvl9pPr>
          </a:lstStyle>
          <a:p xmlns:a="http://schemas.openxmlformats.org/drawingml/2006/main">
            <a:pPr algn="l">
              <a:defRPr sz="1950" b="0">
                <a:solidFill>
                  <a:srgbClr val="111111"/>
                </a:solidFill>
                <a:latin typeface="Arial Unicode MS"/>
                <a:ea typeface="Arial Unicode MS"/>
                <a:cs typeface="Arial Unicode MS"/>
              </a:defRPr>
            </a:pPr>
            <a:r>
              <a:rPr sz="1950" b="0">
                <a:solidFill>
                  <a:srgbClr val="111111"/>
                </a:solidFill>
                <a:latin typeface="Arial Unicode MS"/>
                <a:ea typeface="Arial Unicode MS"/>
                <a:cs typeface="Arial Unicode MS"/>
              </a:rPr>
              <a:t>3. Discount noisy or unstable contrasts</a:t>
            </a:r>
          </a:p>
          <a:p xmlns:a="http://schemas.openxmlformats.org/drawingml/2006/main">
            <a:pPr algn="l">
              <a:defRPr sz="1950" b="0">
                <a:solidFill>
                  <a:srgbClr val="111111"/>
                </a:solidFill>
                <a:latin typeface="Arial Unicode MS"/>
                <a:ea typeface="Arial Unicode MS"/>
                <a:cs typeface="Arial Unicode MS"/>
              </a:defRPr>
            </a:pPr>
            <a:r>
              <a:rPr sz="1950" b="0">
                <a:solidFill>
                  <a:srgbClr val="111111"/>
                </a:solidFill>
                <a:latin typeface="Arial Unicode MS"/>
                <a:ea typeface="Arial Unicode MS"/>
                <a:cs typeface="Arial Unicode MS"/>
              </a:rPr>
              <a:t>    Weight = max(0, |interaction| − radius − 0.05)</a:t>
            </a:r>
          </a:p>
          <a:p xmlns:a="http://schemas.openxmlformats.org/drawingml/2006/main">
            <a:pPr algn="l">
              <a:defRPr sz="1950" b="0">
                <a:solidFill>
                  <a:srgbClr val="111111"/>
                </a:solidFill>
                <a:latin typeface="Arial Unicode MS"/>
                <a:ea typeface="Arial Unicode MS"/>
                <a:cs typeface="Arial Unicode MS"/>
              </a:defRPr>
            </a:pPr>
            <a:r>
              <a:rPr sz="1950" b="0">
                <a:solidFill>
                  <a:srgbClr val="111111"/>
                </a:solidFill>
                <a:latin typeface="Arial Unicode MS"/>
                <a:ea typeface="Arial Unicode MS"/>
                <a:cs typeface="Arial Unicode MS"/>
              </a:rPr>
              <a:t>    Require sufficient groups and leave-one-group stability.</a:t>
            </a:r>
          </a:p>
        </p:txBody>
      </p:sp>
      <p:sp>
        <p:nvSpPr>
          <p:cNvPr id="17" name="">
            <a:extLst xmlns:a="http://schemas.openxmlformats.org/drawingml/2006/main">
              <a:ext uri="{FF2B5EF4-FFF2-40B4-BE49-F238E27FC236}">
                <a16:creationId xmlns:a16="http://schemas.microsoft.com/office/drawing/2014/main" id="{0B4822F0-FD2D-4F14-AD75-E3E5683F36CB}"/>
              </a:ext>
            </a:extLst>
          </p:cNvPr>
          <p:cNvSpPr>
            <a:spLocks xmlns:a="http://schemas.openxmlformats.org/drawingml/2006/main" noGrp="1"/>
          </p:cNvSpPr>
          <p:nvPr/>
        </p:nvSpPr>
        <p:spPr>
          <a:xfrm xmlns:a="http://schemas.openxmlformats.org/drawingml/2006/main">
            <a:off x="2047875" y="6762750"/>
            <a:ext cx="885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3333B2"/>
                </a:solidFill>
                <a:latin typeface="Arial Unicode MS"/>
                <a:ea typeface="Arial Unicode MS"/>
                <a:cs typeface="Arial Unicode MS"/>
              </a:defRPr>
            </a:defPPr>
            <a:lvl1pPr algn="l">
              <a:defRPr sz="1875" b="0">
                <a:solidFill>
                  <a:srgbClr val="3333B2"/>
                </a:solidFill>
                <a:latin typeface="Arial Unicode MS"/>
                <a:ea typeface="Arial Unicode MS"/>
                <a:cs typeface="Arial Unicode MS"/>
              </a:defRPr>
            </a:lvl1pPr>
            <a:lvl2pPr algn="l">
              <a:defRPr sz="1875" b="0">
                <a:solidFill>
                  <a:srgbClr val="3333B2"/>
                </a:solidFill>
                <a:latin typeface="Arial Unicode MS"/>
                <a:ea typeface="Arial Unicode MS"/>
                <a:cs typeface="Arial Unicode MS"/>
              </a:defRPr>
            </a:lvl2pPr>
            <a:lvl3pPr algn="l">
              <a:defRPr sz="1875" b="0">
                <a:solidFill>
                  <a:srgbClr val="3333B2"/>
                </a:solidFill>
                <a:latin typeface="Arial Unicode MS"/>
                <a:ea typeface="Arial Unicode MS"/>
                <a:cs typeface="Arial Unicode MS"/>
              </a:defRPr>
            </a:lvl3pPr>
            <a:lvl4pPr algn="l">
              <a:defRPr sz="1875" b="0">
                <a:solidFill>
                  <a:srgbClr val="3333B2"/>
                </a:solidFill>
                <a:latin typeface="Arial Unicode MS"/>
                <a:ea typeface="Arial Unicode MS"/>
                <a:cs typeface="Arial Unicode MS"/>
              </a:defRPr>
            </a:lvl4pPr>
            <a:lvl5pPr algn="l">
              <a:defRPr sz="1875" b="0">
                <a:solidFill>
                  <a:srgbClr val="3333B2"/>
                </a:solidFill>
                <a:latin typeface="Arial Unicode MS"/>
                <a:ea typeface="Arial Unicode MS"/>
                <a:cs typeface="Arial Unicode MS"/>
              </a:defRPr>
            </a:lvl5pPr>
            <a:lvl6pPr algn="l">
              <a:defRPr sz="1875" b="0">
                <a:solidFill>
                  <a:srgbClr val="3333B2"/>
                </a:solidFill>
                <a:latin typeface="Arial Unicode MS"/>
                <a:ea typeface="Arial Unicode MS"/>
                <a:cs typeface="Arial Unicode MS"/>
              </a:defRPr>
            </a:lvl6pPr>
            <a:lvl7pPr algn="l">
              <a:defRPr sz="1875" b="0">
                <a:solidFill>
                  <a:srgbClr val="3333B2"/>
                </a:solidFill>
                <a:latin typeface="Arial Unicode MS"/>
                <a:ea typeface="Arial Unicode MS"/>
                <a:cs typeface="Arial Unicode MS"/>
              </a:defRPr>
            </a:lvl7pPr>
            <a:lvl8pPr algn="l">
              <a:defRPr sz="1875" b="0">
                <a:solidFill>
                  <a:srgbClr val="3333B2"/>
                </a:solidFill>
                <a:latin typeface="Arial Unicode MS"/>
                <a:ea typeface="Arial Unicode MS"/>
                <a:cs typeface="Arial Unicode MS"/>
              </a:defRPr>
            </a:lvl8pPr>
            <a:lvl9pPr algn="l">
              <a:defRPr sz="1875" b="0">
                <a:solidFill>
                  <a:srgbClr val="3333B2"/>
                </a:solidFill>
                <a:latin typeface="Arial Unicode MS"/>
                <a:ea typeface="Arial Unicode MS"/>
                <a:cs typeface="Arial Unicode MS"/>
              </a:defRPr>
            </a:lvl9pPr>
          </a:lstStyle>
          <a:p xmlns:a="http://schemas.openxmlformats.org/drawingml/2006/main">
            <a:pPr algn="l">
              <a:defRPr sz="1875" b="0">
                <a:solidFill>
                  <a:srgbClr val="3333B2"/>
                </a:solidFill>
                <a:latin typeface="Arial Unicode MS"/>
                <a:ea typeface="Arial Unicode MS"/>
                <a:cs typeface="Arial Unicode MS"/>
              </a:defRPr>
            </a:pPr>
            <a:r>
              <a:rPr sz="1875" b="0">
                <a:solidFill>
                  <a:srgbClr val="3333B2"/>
                </a:solidFill>
                <a:latin typeface="Arial Unicode MS"/>
                <a:ea typeface="Arial Unicode MS"/>
                <a:cs typeface="Arial Unicode MS"/>
              </a:rPr>
              <a:t>4. Cycle pair, single and global proposals</a:t>
            </a:r>
          </a:p>
          <a:p xmlns:a="http://schemas.openxmlformats.org/drawingml/2006/main">
            <a:pPr algn="l">
              <a:defRPr sz="1875" b="0">
                <a:solidFill>
                  <a:srgbClr val="3333B2"/>
                </a:solidFill>
                <a:latin typeface="Arial Unicode MS"/>
                <a:ea typeface="Arial Unicode MS"/>
                <a:cs typeface="Arial Unicode MS"/>
              </a:defRPr>
            </a:pPr>
            <a:r>
              <a:rPr sz="1875" b="0">
                <a:solidFill>
                  <a:srgbClr val="3333B2"/>
                </a:solidFill>
                <a:latin typeface="Arial Unicode MS"/>
                <a:ea typeface="Arial Unicode MS"/>
                <a:cs typeface="Arial Unicode MS"/>
              </a:rPr>
              <a:t>    Use the strongest reliable eligible block, otherwise fall back.</a:t>
            </a:r>
          </a:p>
          <a:p xmlns:a="http://schemas.openxmlformats.org/drawingml/2006/main">
            <a:pPr algn="l">
              <a:defRPr sz="1875" b="0">
                <a:solidFill>
                  <a:srgbClr val="3333B2"/>
                </a:solidFill>
                <a:latin typeface="Arial Unicode MS"/>
                <a:ea typeface="Arial Unicode MS"/>
                <a:cs typeface="Arial Unicode MS"/>
              </a:defRPr>
            </a:pPr>
            <a:r>
              <a:rPr sz="1875" b="0">
                <a:solidFill>
                  <a:srgbClr val="3333B2"/>
                </a:solidFill>
                <a:latin typeface="Arial Unicode MS"/>
                <a:ea typeface="Arial Unicode MS"/>
                <a:cs typeface="Arial Unicode MS"/>
              </a:rPr>
              <a:t>    This campaign did not reach the adaptive stage.</a:t>
            </a:r>
          </a:p>
        </p:txBody>
      </p:sp>
    </p:spTree>
    <p:extLst>
      <p:ext uri="{BB962C8B-B14F-4D97-AF65-F5344CB8AC3E}">
        <p14:creationId xmlns:p14="http://schemas.microsoft.com/office/powerpoint/2010/main" val="17326021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9D316F7-E19C-4456-B4D0-95C2882D588A}"/>
              </a:ext>
            </a:extLst>
          </p:cNvPr>
          <p:cNvSpPr>
            <a:spLocks xmlns:a="http://schemas.openxmlformats.org/drawingml/2006/main" noGrp="1"/>
          </p:cNvSpPr>
          <p:nvPr/>
        </p:nvSpPr>
        <p:spPr>
          <a:xfrm xmlns:a="http://schemas.openxmlformats.org/drawingml/2006/main">
            <a:off x="0" y="0"/>
            <a:ext cx="11430000" cy="142875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917F402-6A42-40E4-8067-430780D2355F}"/>
              </a:ext>
            </a:extLst>
          </p:cNvPr>
          <p:cNvSpPr>
            <a:spLocks xmlns:a="http://schemas.openxmlformats.org/drawingml/2006/main" noGrp="1"/>
          </p:cNvSpPr>
          <p:nvPr/>
        </p:nvSpPr>
        <p:spPr>
          <a:xfrm xmlns:a="http://schemas.openxmlformats.org/drawingml/2006/main">
            <a:off x="0" y="0"/>
            <a:ext cx="1428750" cy="857250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4A26E2-AD4F-46DB-8F82-8F7303EB92A0}"/>
              </a:ext>
            </a:extLst>
          </p:cNvPr>
          <p:cNvSpPr>
            <a:spLocks xmlns:a="http://schemas.openxmlformats.org/drawingml/2006/main" noGrp="1"/>
          </p:cNvSpPr>
          <p:nvPr/>
        </p:nvSpPr>
        <p:spPr>
          <a:xfrm xmlns:a="http://schemas.openxmlformats.org/drawingml/2006/main">
            <a:off x="0" y="0"/>
            <a:ext cx="1428750" cy="1428750"/>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32A66C1-D464-48F5-85F5-4819ED7777CC}"/>
              </a:ext>
            </a:extLst>
          </p:cNvPr>
          <p:cNvSpPr>
            <a:spLocks xmlns:a="http://schemas.openxmlformats.org/drawingml/2006/main" noGrp="1"/>
          </p:cNvSpPr>
          <p:nvPr/>
        </p:nvSpPr>
        <p:spPr>
          <a:xfrm xmlns:a="http://schemas.openxmlformats.org/drawingml/2006/main">
            <a:off x="1952625" y="333375"/>
            <a:ext cx="895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FFFFFF"/>
                </a:solidFill>
                <a:latin typeface="Arial Unicode MS"/>
                <a:ea typeface="Arial Unicode MS"/>
                <a:cs typeface="Arial Unicode MS"/>
              </a:defRPr>
            </a:defPPr>
            <a:lvl1pPr algn="l">
              <a:defRPr sz="2625" b="0">
                <a:solidFill>
                  <a:srgbClr val="FFFFFF"/>
                </a:solidFill>
                <a:latin typeface="Arial Unicode MS"/>
                <a:ea typeface="Arial Unicode MS"/>
                <a:cs typeface="Arial Unicode MS"/>
              </a:defRPr>
            </a:lvl1pPr>
            <a:lvl2pPr algn="l">
              <a:defRPr sz="2625" b="0">
                <a:solidFill>
                  <a:srgbClr val="FFFFFF"/>
                </a:solidFill>
                <a:latin typeface="Arial Unicode MS"/>
                <a:ea typeface="Arial Unicode MS"/>
                <a:cs typeface="Arial Unicode MS"/>
              </a:defRPr>
            </a:lvl2pPr>
            <a:lvl3pPr algn="l">
              <a:defRPr sz="2625" b="0">
                <a:solidFill>
                  <a:srgbClr val="FFFFFF"/>
                </a:solidFill>
                <a:latin typeface="Arial Unicode MS"/>
                <a:ea typeface="Arial Unicode MS"/>
                <a:cs typeface="Arial Unicode MS"/>
              </a:defRPr>
            </a:lvl3pPr>
            <a:lvl4pPr algn="l">
              <a:defRPr sz="2625" b="0">
                <a:solidFill>
                  <a:srgbClr val="FFFFFF"/>
                </a:solidFill>
                <a:latin typeface="Arial Unicode MS"/>
                <a:ea typeface="Arial Unicode MS"/>
                <a:cs typeface="Arial Unicode MS"/>
              </a:defRPr>
            </a:lvl4pPr>
            <a:lvl5pPr algn="l">
              <a:defRPr sz="2625" b="0">
                <a:solidFill>
                  <a:srgbClr val="FFFFFF"/>
                </a:solidFill>
                <a:latin typeface="Arial Unicode MS"/>
                <a:ea typeface="Arial Unicode MS"/>
                <a:cs typeface="Arial Unicode MS"/>
              </a:defRPr>
            </a:lvl5pPr>
            <a:lvl6pPr algn="l">
              <a:defRPr sz="2625" b="0">
                <a:solidFill>
                  <a:srgbClr val="FFFFFF"/>
                </a:solidFill>
                <a:latin typeface="Arial Unicode MS"/>
                <a:ea typeface="Arial Unicode MS"/>
                <a:cs typeface="Arial Unicode MS"/>
              </a:defRPr>
            </a:lvl6pPr>
            <a:lvl7pPr algn="l">
              <a:defRPr sz="2625" b="0">
                <a:solidFill>
                  <a:srgbClr val="FFFFFF"/>
                </a:solidFill>
                <a:latin typeface="Arial Unicode MS"/>
                <a:ea typeface="Arial Unicode MS"/>
                <a:cs typeface="Arial Unicode MS"/>
              </a:defRPr>
            </a:lvl7pPr>
            <a:lvl8pPr algn="l">
              <a:defRPr sz="2625" b="0">
                <a:solidFill>
                  <a:srgbClr val="FFFFFF"/>
                </a:solidFill>
                <a:latin typeface="Arial Unicode MS"/>
                <a:ea typeface="Arial Unicode MS"/>
                <a:cs typeface="Arial Unicode MS"/>
              </a:defRPr>
            </a:lvl8pPr>
            <a:lvl9pPr algn="l">
              <a:defRPr sz="2625" b="0">
                <a:solidFill>
                  <a:srgbClr val="FFFFFF"/>
                </a:solidFill>
                <a:latin typeface="Arial Unicode MS"/>
                <a:ea typeface="Arial Unicode MS"/>
                <a:cs typeface="Arial Unicode MS"/>
              </a:defRPr>
            </a:lvl9pPr>
          </a:lstStyle>
          <a:p xmlns:a="http://schemas.openxmlformats.org/drawingml/2006/main">
            <a:pPr algn="l">
              <a:defRPr sz="2625" b="0">
                <a:solidFill>
                  <a:srgbClr val="FFFFFF"/>
                </a:solidFill>
                <a:latin typeface="Arial Unicode MS"/>
                <a:ea typeface="Arial Unicode MS"/>
                <a:cs typeface="Arial Unicode MS"/>
              </a:defRPr>
            </a:pPr>
            <a:r>
              <a:rPr sz="2625" b="0">
                <a:solidFill>
                  <a:srgbClr val="FFFFFF"/>
                </a:solidFill>
                <a:latin typeface="Arial Unicode MS"/>
                <a:ea typeface="Arial Unicode MS"/>
                <a:cs typeface="Arial Unicode MS"/>
              </a:rPr>
              <a:t>Implementation and measurement pipeline</a:t>
            </a:r>
          </a:p>
        </p:txBody>
      </p:sp>
      <p:sp>
        <p:nvSpPr>
          <p:cNvPr id="6" name="">
            <a:extLst xmlns:a="http://schemas.openxmlformats.org/drawingml/2006/main">
              <a:ext uri="{FF2B5EF4-FFF2-40B4-BE49-F238E27FC236}">
                <a16:creationId xmlns:a16="http://schemas.microsoft.com/office/drawing/2014/main" id="{604AF393-EC89-4FBA-9540-72E8A4B49CFF}"/>
              </a:ext>
            </a:extLst>
          </p:cNvPr>
          <p:cNvSpPr>
            <a:spLocks xmlns:a="http://schemas.openxmlformats.org/drawingml/2006/main" noGrp="1"/>
          </p:cNvSpPr>
          <p:nvPr/>
        </p:nvSpPr>
        <p:spPr>
          <a:xfrm xmlns:a="http://schemas.openxmlformats.org/drawingml/2006/main">
            <a:off x="114300" y="27622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Problem</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design</a:t>
            </a:r>
          </a:p>
        </p:txBody>
      </p:sp>
      <p:sp>
        <p:nvSpPr>
          <p:cNvPr id="7" name="">
            <a:extLst xmlns:a="http://schemas.openxmlformats.org/drawingml/2006/main">
              <a:ext uri="{FF2B5EF4-FFF2-40B4-BE49-F238E27FC236}">
                <a16:creationId xmlns:a16="http://schemas.microsoft.com/office/drawing/2014/main" id="{4554CE44-AD21-4761-947C-32D15C00F905}"/>
              </a:ext>
            </a:extLst>
          </p:cNvPr>
          <p:cNvSpPr>
            <a:spLocks xmlns:a="http://schemas.openxmlformats.org/drawingml/2006/main" noGrp="1"/>
          </p:cNvSpPr>
          <p:nvPr/>
        </p:nvSpPr>
        <p:spPr>
          <a:xfrm xmlns:a="http://schemas.openxmlformats.org/drawingml/2006/main">
            <a:off x="114300" y="37909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FFFFFF"/>
                </a:solidFill>
                <a:latin typeface="Arial Unicode MS"/>
                <a:ea typeface="Arial Unicode MS"/>
                <a:cs typeface="Arial Unicode MS"/>
              </a:defRPr>
            </a:defPPr>
            <a:lvl1pPr algn="l">
              <a:defRPr sz="1200" b="0">
                <a:solidFill>
                  <a:srgbClr val="FFFFFF"/>
                </a:solidFill>
                <a:latin typeface="Arial Unicode MS"/>
                <a:ea typeface="Arial Unicode MS"/>
                <a:cs typeface="Arial Unicode MS"/>
              </a:defRPr>
            </a:lvl1pPr>
            <a:lvl2pPr algn="l">
              <a:defRPr sz="1200" b="0">
                <a:solidFill>
                  <a:srgbClr val="FFFFFF"/>
                </a:solidFill>
                <a:latin typeface="Arial Unicode MS"/>
                <a:ea typeface="Arial Unicode MS"/>
                <a:cs typeface="Arial Unicode MS"/>
              </a:defRPr>
            </a:lvl2pPr>
            <a:lvl3pPr algn="l">
              <a:defRPr sz="1200" b="0">
                <a:solidFill>
                  <a:srgbClr val="FFFFFF"/>
                </a:solidFill>
                <a:latin typeface="Arial Unicode MS"/>
                <a:ea typeface="Arial Unicode MS"/>
                <a:cs typeface="Arial Unicode MS"/>
              </a:defRPr>
            </a:lvl3pPr>
            <a:lvl4pPr algn="l">
              <a:defRPr sz="1200" b="0">
                <a:solidFill>
                  <a:srgbClr val="FFFFFF"/>
                </a:solidFill>
                <a:latin typeface="Arial Unicode MS"/>
                <a:ea typeface="Arial Unicode MS"/>
                <a:cs typeface="Arial Unicode MS"/>
              </a:defRPr>
            </a:lvl4pPr>
            <a:lvl5pPr algn="l">
              <a:defRPr sz="1200" b="0">
                <a:solidFill>
                  <a:srgbClr val="FFFFFF"/>
                </a:solidFill>
                <a:latin typeface="Arial Unicode MS"/>
                <a:ea typeface="Arial Unicode MS"/>
                <a:cs typeface="Arial Unicode MS"/>
              </a:defRPr>
            </a:lvl5pPr>
            <a:lvl6pPr algn="l">
              <a:defRPr sz="1200" b="0">
                <a:solidFill>
                  <a:srgbClr val="FFFFFF"/>
                </a:solidFill>
                <a:latin typeface="Arial Unicode MS"/>
                <a:ea typeface="Arial Unicode MS"/>
                <a:cs typeface="Arial Unicode MS"/>
              </a:defRPr>
            </a:lvl6pPr>
            <a:lvl7pPr algn="l">
              <a:defRPr sz="1200" b="0">
                <a:solidFill>
                  <a:srgbClr val="FFFFFF"/>
                </a:solidFill>
                <a:latin typeface="Arial Unicode MS"/>
                <a:ea typeface="Arial Unicode MS"/>
                <a:cs typeface="Arial Unicode MS"/>
              </a:defRPr>
            </a:lvl7pPr>
            <a:lvl8pPr algn="l">
              <a:defRPr sz="1200" b="0">
                <a:solidFill>
                  <a:srgbClr val="FFFFFF"/>
                </a:solidFill>
                <a:latin typeface="Arial Unicode MS"/>
                <a:ea typeface="Arial Unicode MS"/>
                <a:cs typeface="Arial Unicode MS"/>
              </a:defRPr>
            </a:lvl8pPr>
            <a:lvl9pPr algn="l">
              <a:defRPr sz="1200" b="0">
                <a:solidFill>
                  <a:srgbClr val="FFFFFF"/>
                </a:solidFill>
                <a:latin typeface="Arial Unicode MS"/>
                <a:ea typeface="Arial Unicode MS"/>
                <a:cs typeface="Arial Unicode MS"/>
              </a:defRPr>
            </a:lvl9pPr>
          </a:lstStyle>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Search</a:t>
            </a:r>
          </a:p>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methods</a:t>
            </a:r>
          </a:p>
        </p:txBody>
      </p:sp>
      <p:sp>
        <p:nvSpPr>
          <p:cNvPr id="8" name="">
            <a:extLst xmlns:a="http://schemas.openxmlformats.org/drawingml/2006/main">
              <a:ext uri="{FF2B5EF4-FFF2-40B4-BE49-F238E27FC236}">
                <a16:creationId xmlns:a16="http://schemas.microsoft.com/office/drawing/2014/main" id="{3C213E1C-ED1E-48C7-AFB1-EF30816E539F}"/>
              </a:ext>
            </a:extLst>
          </p:cNvPr>
          <p:cNvSpPr>
            <a:spLocks xmlns:a="http://schemas.openxmlformats.org/drawingml/2006/main" noGrp="1"/>
          </p:cNvSpPr>
          <p:nvPr/>
        </p:nvSpPr>
        <p:spPr>
          <a:xfrm xmlns:a="http://schemas.openxmlformats.org/drawingml/2006/main">
            <a:off x="114300" y="48196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Validation</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results</a:t>
            </a:r>
          </a:p>
        </p:txBody>
      </p:sp>
      <p:sp>
        <p:nvSpPr>
          <p:cNvPr id="9" name="">
            <a:extLst xmlns:a="http://schemas.openxmlformats.org/drawingml/2006/main">
              <a:ext uri="{FF2B5EF4-FFF2-40B4-BE49-F238E27FC236}">
                <a16:creationId xmlns:a16="http://schemas.microsoft.com/office/drawing/2014/main" id="{56A0B765-3B92-4304-B3E3-64C12A149717}"/>
              </a:ext>
            </a:extLst>
          </p:cNvPr>
          <p:cNvSpPr>
            <a:spLocks xmlns:a="http://schemas.openxmlformats.org/drawingml/2006/main" noGrp="1"/>
          </p:cNvSpPr>
          <p:nvPr/>
        </p:nvSpPr>
        <p:spPr>
          <a:xfrm xmlns:a="http://schemas.openxmlformats.org/drawingml/2006/main">
            <a:off x="114300" y="58483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Analysis</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limits</a:t>
            </a:r>
          </a:p>
        </p:txBody>
      </p:sp>
      <p:sp>
        <p:nvSpPr>
          <p:cNvPr id="10" name="">
            <a:extLst xmlns:a="http://schemas.openxmlformats.org/drawingml/2006/main">
              <a:ext uri="{FF2B5EF4-FFF2-40B4-BE49-F238E27FC236}">
                <a16:creationId xmlns:a16="http://schemas.microsoft.com/office/drawing/2014/main" id="{67DBD7D6-012C-4C08-84D6-78810B1326B5}"/>
              </a:ext>
            </a:extLst>
          </p:cNvPr>
          <p:cNvSpPr>
            <a:spLocks xmlns:a="http://schemas.openxmlformats.org/drawingml/2006/main" noGrp="1"/>
          </p:cNvSpPr>
          <p:nvPr/>
        </p:nvSpPr>
        <p:spPr>
          <a:xfrm xmlns:a="http://schemas.openxmlformats.org/drawingml/2006/main">
            <a:off x="10001250" y="80962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777777"/>
                </a:solidFill>
                <a:latin typeface="Arial Unicode MS"/>
                <a:ea typeface="Arial Unicode MS"/>
                <a:cs typeface="Arial Unicode MS"/>
              </a:defRPr>
            </a:defPPr>
            <a:lvl1pPr algn="r">
              <a:defRPr sz="1200" b="0">
                <a:solidFill>
                  <a:srgbClr val="777777"/>
                </a:solidFill>
                <a:latin typeface="Arial Unicode MS"/>
                <a:ea typeface="Arial Unicode MS"/>
                <a:cs typeface="Arial Unicode MS"/>
              </a:defRPr>
            </a:lvl1pPr>
            <a:lvl2pPr algn="r">
              <a:defRPr sz="1200" b="0">
                <a:solidFill>
                  <a:srgbClr val="777777"/>
                </a:solidFill>
                <a:latin typeface="Arial Unicode MS"/>
                <a:ea typeface="Arial Unicode MS"/>
                <a:cs typeface="Arial Unicode MS"/>
              </a:defRPr>
            </a:lvl2pPr>
            <a:lvl3pPr algn="r">
              <a:defRPr sz="1200" b="0">
                <a:solidFill>
                  <a:srgbClr val="777777"/>
                </a:solidFill>
                <a:latin typeface="Arial Unicode MS"/>
                <a:ea typeface="Arial Unicode MS"/>
                <a:cs typeface="Arial Unicode MS"/>
              </a:defRPr>
            </a:lvl3pPr>
            <a:lvl4pPr algn="r">
              <a:defRPr sz="1200" b="0">
                <a:solidFill>
                  <a:srgbClr val="777777"/>
                </a:solidFill>
                <a:latin typeface="Arial Unicode MS"/>
                <a:ea typeface="Arial Unicode MS"/>
                <a:cs typeface="Arial Unicode MS"/>
              </a:defRPr>
            </a:lvl4pPr>
            <a:lvl5pPr algn="r">
              <a:defRPr sz="1200" b="0">
                <a:solidFill>
                  <a:srgbClr val="777777"/>
                </a:solidFill>
                <a:latin typeface="Arial Unicode MS"/>
                <a:ea typeface="Arial Unicode MS"/>
                <a:cs typeface="Arial Unicode MS"/>
              </a:defRPr>
            </a:lvl5pPr>
            <a:lvl6pPr algn="r">
              <a:defRPr sz="1200" b="0">
                <a:solidFill>
                  <a:srgbClr val="777777"/>
                </a:solidFill>
                <a:latin typeface="Arial Unicode MS"/>
                <a:ea typeface="Arial Unicode MS"/>
                <a:cs typeface="Arial Unicode MS"/>
              </a:defRPr>
            </a:lvl6pPr>
            <a:lvl7pPr algn="r">
              <a:defRPr sz="1200" b="0">
                <a:solidFill>
                  <a:srgbClr val="777777"/>
                </a:solidFill>
                <a:latin typeface="Arial Unicode MS"/>
                <a:ea typeface="Arial Unicode MS"/>
                <a:cs typeface="Arial Unicode MS"/>
              </a:defRPr>
            </a:lvl7pPr>
            <a:lvl8pPr algn="r">
              <a:defRPr sz="1200" b="0">
                <a:solidFill>
                  <a:srgbClr val="777777"/>
                </a:solidFill>
                <a:latin typeface="Arial Unicode MS"/>
                <a:ea typeface="Arial Unicode MS"/>
                <a:cs typeface="Arial Unicode MS"/>
              </a:defRPr>
            </a:lvl8pPr>
            <a:lvl9pPr algn="r">
              <a:defRPr sz="1200" b="0">
                <a:solidFill>
                  <a:srgbClr val="777777"/>
                </a:solidFill>
                <a:latin typeface="Arial Unicode MS"/>
                <a:ea typeface="Arial Unicode MS"/>
                <a:cs typeface="Arial Unicode MS"/>
              </a:defRPr>
            </a:lvl9pPr>
          </a:lstStyle>
          <a:p xmlns:a="http://schemas.openxmlformats.org/drawingml/2006/main">
            <a:pPr algn="r">
              <a:defRPr sz="1200" b="0">
                <a:solidFill>
                  <a:srgbClr val="777777"/>
                </a:solidFill>
                <a:latin typeface="Arial Unicode MS"/>
                <a:ea typeface="Arial Unicode MS"/>
                <a:cs typeface="Arial Unicode MS"/>
              </a:defRPr>
            </a:pPr>
            <a:r>
              <a:rPr sz="1200" b="0">
                <a:solidFill>
                  <a:srgbClr val="777777"/>
                </a:solidFill>
                <a:latin typeface="Arial Unicode MS"/>
                <a:ea typeface="Arial Unicode MS"/>
                <a:cs typeface="Arial Unicode MS"/>
              </a:rPr>
              <a:t>7 / 16</a:t>
            </a:r>
          </a:p>
        </p:txBody>
      </p:sp>
      <p:graphicFrame>
        <p:nvGraphicFramePr>
          <p:cNvPr id="11" name="">
            <a:extLst xmlns:a="http://schemas.openxmlformats.org/drawingml/2006/main">
              <a:ext uri="{FF2B5EF4-FFF2-40B4-BE49-F238E27FC236}">
                <a16:creationId xmlns:a16="http://schemas.microsoft.com/office/drawing/2014/main" id="{D67B698A-F87E-49E0-8E32-673796E6E29A}"/>
              </a:ext>
            </a:extLst>
          </p:cNvPr>
          <p:cNvGraphicFramePr/>
          <p:nvPr/>
        </p:nvGraphicFramePr>
        <p:xfrm>
          <a:off xmlns:a="http://schemas.openxmlformats.org/drawingml/2006/main" x="1952625" y="2143125"/>
          <a:ext xmlns:a="http://schemas.openxmlformats.org/drawingml/2006/main" cx="8953500" cy="3762375"/>
        </p:xfrm>
        <a:graphic xmlns:a="http://schemas.openxmlformats.org/drawingml/2006/main">
          <a:graphicData uri="http://schemas.openxmlformats.org/drawingml/2006/table">
            <a:tbl>
              <a:tblPr/>
              <a:tblGrid>
                <a:gridCol w="3143250"/>
                <a:gridCol w="5810250"/>
              </a:tblGrid>
              <a:tr h="627063">
                <a:tc>
                  <a:txBody>
                    <a:bodyPr wrap="square" lIns="85725" tIns="85725" rIns="85725" bIns="85725">
                      <a:noAutofit/>
                    </a:bodyPr>
                    <a:lstStyle/>
                    <a:p>
                      <a:pPr algn="l"/>
                      <a:r>
                        <a:rPr sz="1800" b="1">
                          <a:solidFill>
                            <a:srgbClr val="FFFFFF"/>
                          </a:solidFill>
                          <a:latin typeface="Arial Unicode MS"/>
                          <a:ea typeface="Arial Unicode MS"/>
                          <a:cs typeface="Arial Unicode MS"/>
                        </a:rPr>
                        <a:t>Component</a:t>
                      </a:r>
                    </a:p>
                  </a:txBody>
                  <a:tcPr marL="91440" marR="91440" marT="45720" marB="45720" anchor="ctr">
                    <a:lnL w="9525">
                      <a:solidFill>
                        <a:srgbClr val="D5D5E0"/>
                      </a:solidFill>
                      <a:prstDash val="solid"/>
                    </a:lnL>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800" b="1">
                          <a:solidFill>
                            <a:srgbClr val="FFFFFF"/>
                          </a:solidFill>
                          <a:latin typeface="Arial Unicode MS"/>
                          <a:ea typeface="Arial Unicode MS"/>
                          <a:cs typeface="Arial Unicode MS"/>
                        </a:rPr>
                        <a:t>Responsibility</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r>
              <a:tr h="627063">
                <a:tc>
                  <a:txBody>
                    <a:bodyPr wrap="square" lIns="85725" tIns="85725" rIns="85725" bIns="85725">
                      <a:noAutofit/>
                    </a:bodyPr>
                    <a:lstStyle/>
                    <a:p>
                      <a:pPr algn="l"/>
                      <a:r>
                        <a:rPr sz="1800" b="0">
                          <a:solidFill>
                            <a:srgbClr val="111111"/>
                          </a:solidFill>
                          <a:latin typeface="Arial Unicode MS"/>
                          <a:ea typeface="Arial Unicode MS"/>
                          <a:cs typeface="Arial Unicode MS"/>
                        </a:rPr>
                        <a:t>Candidate generation</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Default / Random / SMAC / IGBS ask()</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r h="627063">
                <a:tc>
                  <a:txBody>
                    <a:bodyPr wrap="square" lIns="85725" tIns="85725" rIns="85725" bIns="85725">
                      <a:noAutofit/>
                    </a:bodyPr>
                    <a:lstStyle/>
                    <a:p>
                      <a:pPr algn="l"/>
                      <a:r>
                        <a:rPr sz="1800" b="0">
                          <a:solidFill>
                            <a:srgbClr val="111111"/>
                          </a:solidFill>
                          <a:latin typeface="Arial Unicode MS"/>
                          <a:ea typeface="Arial Unicode MS"/>
                          <a:cs typeface="Arial Unicode MS"/>
                        </a:rPr>
                        <a:t>Native evaluation</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Task environment, skills, timeout, verifier</a:t>
                      </a:r>
                    </a:p>
                  </a:txBody>
                  <a:tcPr marL="91440" marR="91440" marT="45720" marB="45720" anchor="ctr">
                    <a:lnR w="9525">
                      <a:solidFill>
                        <a:srgbClr val="D5D5E0"/>
                      </a:solidFill>
                      <a:prstDash val="solid"/>
                    </a:lnR>
                    <a:lnB w="9525">
                      <a:solidFill>
                        <a:srgbClr val="D5D5E0"/>
                      </a:solidFill>
                      <a:prstDash val="solid"/>
                    </a:lnB>
                    <a:solidFill>
                      <a:srgbClr val="F3F3F8"/>
                    </a:solidFill>
                  </a:tcPr>
                </a:tc>
              </a:tr>
              <a:tr h="627063">
                <a:tc>
                  <a:txBody>
                    <a:bodyPr wrap="square" lIns="85725" tIns="85725" rIns="85725" bIns="85725">
                      <a:noAutofit/>
                    </a:bodyPr>
                    <a:lstStyle/>
                    <a:p>
                      <a:pPr algn="l"/>
                      <a:r>
                        <a:rPr sz="1800" b="0">
                          <a:solidFill>
                            <a:srgbClr val="111111"/>
                          </a:solidFill>
                          <a:latin typeface="Arial Unicode MS"/>
                          <a:ea typeface="Arial Unicode MS"/>
                          <a:cs typeface="Arial Unicode MS"/>
                        </a:rPr>
                        <a:t>Evidence and cost</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Raw result, request journal, cleanup record</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r h="627063">
                <a:tc>
                  <a:txBody>
                    <a:bodyPr wrap="square" lIns="85725" tIns="85725" rIns="85725" bIns="85725">
                      <a:noAutofit/>
                    </a:bodyPr>
                    <a:lstStyle/>
                    <a:p>
                      <a:pPr algn="l"/>
                      <a:r>
                        <a:rPr sz="1800" b="0">
                          <a:solidFill>
                            <a:srgbClr val="111111"/>
                          </a:solidFill>
                          <a:latin typeface="Arial Unicode MS"/>
                          <a:ea typeface="Arial Unicode MS"/>
                          <a:cs typeface="Arial Unicode MS"/>
                        </a:rPr>
                        <a:t>Validation feedback</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Aggregate objective + task-paired outcomes</a:t>
                      </a:r>
                    </a:p>
                  </a:txBody>
                  <a:tcPr marL="91440" marR="91440" marT="45720" marB="45720" anchor="ctr">
                    <a:lnR w="9525">
                      <a:solidFill>
                        <a:srgbClr val="D5D5E0"/>
                      </a:solidFill>
                      <a:prstDash val="solid"/>
                    </a:lnR>
                    <a:lnB w="9525">
                      <a:solidFill>
                        <a:srgbClr val="D5D5E0"/>
                      </a:solidFill>
                      <a:prstDash val="solid"/>
                    </a:lnB>
                    <a:solidFill>
                      <a:srgbClr val="F3F3F8"/>
                    </a:solidFill>
                  </a:tcPr>
                </a:tc>
              </a:tr>
              <a:tr h="627063">
                <a:tc>
                  <a:txBody>
                    <a:bodyPr wrap="square" lIns="85725" tIns="85725" rIns="85725" bIns="85725">
                      <a:noAutofit/>
                    </a:bodyPr>
                    <a:lstStyle/>
                    <a:p>
                      <a:pPr algn="l"/>
                      <a:r>
                        <a:rPr sz="1800" b="0">
                          <a:solidFill>
                            <a:srgbClr val="111111"/>
                          </a:solidFill>
                          <a:latin typeface="Arial Unicode MS"/>
                          <a:ea typeface="Arial Unicode MS"/>
                          <a:cs typeface="Arial Unicode MS"/>
                        </a:rPr>
                        <a:t>Final evaluation</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Freeze all four configurations, then held-out</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CDF9E423-9DB3-489C-8D10-879E4186A1F3}"/>
              </a:ext>
            </a:extLst>
          </p:cNvPr>
          <p:cNvSpPr>
            <a:spLocks xmlns:a="http://schemas.openxmlformats.org/drawingml/2006/main" noGrp="1"/>
          </p:cNvSpPr>
          <p:nvPr/>
        </p:nvSpPr>
        <p:spPr>
          <a:xfrm xmlns:a="http://schemas.openxmlformats.org/drawingml/2006/main">
            <a:off x="2047875" y="6334125"/>
            <a:ext cx="885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11111"/>
                </a:solidFill>
                <a:latin typeface="Arial Unicode MS"/>
                <a:ea typeface="Arial Unicode MS"/>
                <a:cs typeface="Arial Unicode MS"/>
              </a:defRPr>
            </a:defPPr>
            <a:lvl1pPr algn="l">
              <a:defRPr sz="1950" b="0">
                <a:solidFill>
                  <a:srgbClr val="111111"/>
                </a:solidFill>
                <a:latin typeface="Arial Unicode MS"/>
                <a:ea typeface="Arial Unicode MS"/>
                <a:cs typeface="Arial Unicode MS"/>
              </a:defRPr>
            </a:lvl1pPr>
            <a:lvl2pPr algn="l">
              <a:defRPr sz="1950" b="0">
                <a:solidFill>
                  <a:srgbClr val="111111"/>
                </a:solidFill>
                <a:latin typeface="Arial Unicode MS"/>
                <a:ea typeface="Arial Unicode MS"/>
                <a:cs typeface="Arial Unicode MS"/>
              </a:defRPr>
            </a:lvl2pPr>
            <a:lvl3pPr algn="l">
              <a:defRPr sz="1950" b="0">
                <a:solidFill>
                  <a:srgbClr val="111111"/>
                </a:solidFill>
                <a:latin typeface="Arial Unicode MS"/>
                <a:ea typeface="Arial Unicode MS"/>
                <a:cs typeface="Arial Unicode MS"/>
              </a:defRPr>
            </a:lvl3pPr>
            <a:lvl4pPr algn="l">
              <a:defRPr sz="1950" b="0">
                <a:solidFill>
                  <a:srgbClr val="111111"/>
                </a:solidFill>
                <a:latin typeface="Arial Unicode MS"/>
                <a:ea typeface="Arial Unicode MS"/>
                <a:cs typeface="Arial Unicode MS"/>
              </a:defRPr>
            </a:lvl4pPr>
            <a:lvl5pPr algn="l">
              <a:defRPr sz="1950" b="0">
                <a:solidFill>
                  <a:srgbClr val="111111"/>
                </a:solidFill>
                <a:latin typeface="Arial Unicode MS"/>
                <a:ea typeface="Arial Unicode MS"/>
                <a:cs typeface="Arial Unicode MS"/>
              </a:defRPr>
            </a:lvl5pPr>
            <a:lvl6pPr algn="l">
              <a:defRPr sz="1950" b="0">
                <a:solidFill>
                  <a:srgbClr val="111111"/>
                </a:solidFill>
                <a:latin typeface="Arial Unicode MS"/>
                <a:ea typeface="Arial Unicode MS"/>
                <a:cs typeface="Arial Unicode MS"/>
              </a:defRPr>
            </a:lvl6pPr>
            <a:lvl7pPr algn="l">
              <a:defRPr sz="1950" b="0">
                <a:solidFill>
                  <a:srgbClr val="111111"/>
                </a:solidFill>
                <a:latin typeface="Arial Unicode MS"/>
                <a:ea typeface="Arial Unicode MS"/>
                <a:cs typeface="Arial Unicode MS"/>
              </a:defRPr>
            </a:lvl7pPr>
            <a:lvl8pPr algn="l">
              <a:defRPr sz="1950" b="0">
                <a:solidFill>
                  <a:srgbClr val="111111"/>
                </a:solidFill>
                <a:latin typeface="Arial Unicode MS"/>
                <a:ea typeface="Arial Unicode MS"/>
                <a:cs typeface="Arial Unicode MS"/>
              </a:defRPr>
            </a:lvl8pPr>
            <a:lvl9pPr algn="l">
              <a:defRPr sz="1950" b="0">
                <a:solidFill>
                  <a:srgbClr val="111111"/>
                </a:solidFill>
                <a:latin typeface="Arial Unicode MS"/>
                <a:ea typeface="Arial Unicode MS"/>
                <a:cs typeface="Arial Unicode MS"/>
              </a:defRPr>
            </a:lvl9pPr>
          </a:lstStyle>
          <a:p xmlns:a="http://schemas.openxmlformats.org/drawingml/2006/main">
            <a:pPr algn="l">
              <a:defRPr sz="1950" b="0">
                <a:solidFill>
                  <a:srgbClr val="111111"/>
                </a:solidFill>
                <a:latin typeface="Arial Unicode MS"/>
                <a:ea typeface="Arial Unicode MS"/>
                <a:cs typeface="Arial Unicode MS"/>
              </a:defRPr>
            </a:pPr>
            <a:r>
              <a:rPr sz="1950" b="0">
                <a:solidFill>
                  <a:srgbClr val="111111"/>
                </a:solidFill>
                <a:latin typeface="Arial Unicode MS"/>
                <a:ea typeface="Arial Unicode MS"/>
                <a:cs typeface="Arial Unicode MS"/>
              </a:rPr>
              <a:t>One sequential controller prevents duplicate dispatch.</a:t>
            </a:r>
          </a:p>
          <a:p xmlns:a="http://schemas.openxmlformats.org/drawingml/2006/main">
            <a:pPr algn="l">
              <a:defRPr sz="1950" b="0">
                <a:solidFill>
                  <a:srgbClr val="111111"/>
                </a:solidFill>
                <a:latin typeface="Arial Unicode MS"/>
                <a:ea typeface="Arial Unicode MS"/>
                <a:cs typeface="Arial Unicode MS"/>
              </a:defRPr>
            </a:pPr>
            <a:r>
              <a:rPr sz="1950" b="0">
                <a:solidFill>
                  <a:srgbClr val="111111"/>
                </a:solidFill>
                <a:latin typeface="Arial Unicode MS"/>
                <a:ea typeface="Arial Unicode MS"/>
                <a:cs typeface="Arial Unicode MS"/>
              </a:rPr>
              <a:t>Incomplete accounting retains an exception and cost reserve.</a:t>
            </a:r>
          </a:p>
          <a:p xmlns:a="http://schemas.openxmlformats.org/drawingml/2006/main">
            <a:pPr algn="l">
              <a:defRPr sz="1950" b="0">
                <a:solidFill>
                  <a:srgbClr val="111111"/>
                </a:solidFill>
                <a:latin typeface="Arial Unicode MS"/>
                <a:ea typeface="Arial Unicode MS"/>
                <a:cs typeface="Arial Unicode MS"/>
              </a:defRPr>
            </a:pPr>
            <a:r>
              <a:rPr sz="1950" b="0">
                <a:solidFill>
                  <a:srgbClr val="111111"/>
                </a:solidFill>
                <a:latin typeface="Arial Unicode MS"/>
                <a:ea typeface="Arial Unicode MS"/>
                <a:cs typeface="Arial Unicode MS"/>
              </a:rPr>
              <a:t>Feedback includes declared exception penalties.</a:t>
            </a:r>
          </a:p>
          <a:p xmlns:a="http://schemas.openxmlformats.org/drawingml/2006/main">
            <a:pPr algn="l">
              <a:defRPr sz="1950" b="0">
                <a:solidFill>
                  <a:srgbClr val="111111"/>
                </a:solidFill>
                <a:latin typeface="Arial Unicode MS"/>
                <a:ea typeface="Arial Unicode MS"/>
                <a:cs typeface="Arial Unicode MS"/>
              </a:defRPr>
            </a:pPr>
            <a:r>
              <a:rPr sz="1950" b="0">
                <a:solidFill>
                  <a:srgbClr val="111111"/>
                </a:solidFill>
                <a:latin typeface="Arial Unicode MS"/>
                <a:ea typeface="Arial Unicode MS"/>
                <a:cs typeface="Arial Unicode MS"/>
              </a:rPr>
              <a:t>Unexecuted tasks stay missing; test outcomes never guide search.</a:t>
            </a:r>
          </a:p>
        </p:txBody>
      </p:sp>
    </p:spTree>
    <p:extLst>
      <p:ext uri="{BB962C8B-B14F-4D97-AF65-F5344CB8AC3E}">
        <p14:creationId xmlns:p14="http://schemas.microsoft.com/office/powerpoint/2010/main" val="15722261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AE8BDE3-FBD2-4174-AEC4-9821B2903E42}"/>
              </a:ext>
            </a:extLst>
          </p:cNvPr>
          <p:cNvSpPr>
            <a:spLocks xmlns:a="http://schemas.openxmlformats.org/drawingml/2006/main" noGrp="1"/>
          </p:cNvSpPr>
          <p:nvPr/>
        </p:nvSpPr>
        <p:spPr>
          <a:xfrm xmlns:a="http://schemas.openxmlformats.org/drawingml/2006/main">
            <a:off x="0" y="0"/>
            <a:ext cx="11430000" cy="142875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1DB55C5-115E-4C12-B1A5-4786A590CD31}"/>
              </a:ext>
            </a:extLst>
          </p:cNvPr>
          <p:cNvSpPr>
            <a:spLocks xmlns:a="http://schemas.openxmlformats.org/drawingml/2006/main" noGrp="1"/>
          </p:cNvSpPr>
          <p:nvPr/>
        </p:nvSpPr>
        <p:spPr>
          <a:xfrm xmlns:a="http://schemas.openxmlformats.org/drawingml/2006/main">
            <a:off x="0" y="0"/>
            <a:ext cx="1428750" cy="857250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B944EC6-987D-4DB5-8FF0-166A2DF2EAD1}"/>
              </a:ext>
            </a:extLst>
          </p:cNvPr>
          <p:cNvSpPr>
            <a:spLocks xmlns:a="http://schemas.openxmlformats.org/drawingml/2006/main" noGrp="1"/>
          </p:cNvSpPr>
          <p:nvPr/>
        </p:nvSpPr>
        <p:spPr>
          <a:xfrm xmlns:a="http://schemas.openxmlformats.org/drawingml/2006/main">
            <a:off x="0" y="0"/>
            <a:ext cx="1428750" cy="1428750"/>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1FCB94-B4DE-479A-A9D1-71D96C0ADA8F}"/>
              </a:ext>
            </a:extLst>
          </p:cNvPr>
          <p:cNvSpPr>
            <a:spLocks xmlns:a="http://schemas.openxmlformats.org/drawingml/2006/main" noGrp="1"/>
          </p:cNvSpPr>
          <p:nvPr/>
        </p:nvSpPr>
        <p:spPr>
          <a:xfrm xmlns:a="http://schemas.openxmlformats.org/drawingml/2006/main">
            <a:off x="1952625" y="333375"/>
            <a:ext cx="895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FFFFFF"/>
                </a:solidFill>
                <a:latin typeface="Arial Unicode MS"/>
                <a:ea typeface="Arial Unicode MS"/>
                <a:cs typeface="Arial Unicode MS"/>
              </a:defRPr>
            </a:defPPr>
            <a:lvl1pPr algn="l">
              <a:defRPr sz="2625" b="0">
                <a:solidFill>
                  <a:srgbClr val="FFFFFF"/>
                </a:solidFill>
                <a:latin typeface="Arial Unicode MS"/>
                <a:ea typeface="Arial Unicode MS"/>
                <a:cs typeface="Arial Unicode MS"/>
              </a:defRPr>
            </a:lvl1pPr>
            <a:lvl2pPr algn="l">
              <a:defRPr sz="2625" b="0">
                <a:solidFill>
                  <a:srgbClr val="FFFFFF"/>
                </a:solidFill>
                <a:latin typeface="Arial Unicode MS"/>
                <a:ea typeface="Arial Unicode MS"/>
                <a:cs typeface="Arial Unicode MS"/>
              </a:defRPr>
            </a:lvl2pPr>
            <a:lvl3pPr algn="l">
              <a:defRPr sz="2625" b="0">
                <a:solidFill>
                  <a:srgbClr val="FFFFFF"/>
                </a:solidFill>
                <a:latin typeface="Arial Unicode MS"/>
                <a:ea typeface="Arial Unicode MS"/>
                <a:cs typeface="Arial Unicode MS"/>
              </a:defRPr>
            </a:lvl3pPr>
            <a:lvl4pPr algn="l">
              <a:defRPr sz="2625" b="0">
                <a:solidFill>
                  <a:srgbClr val="FFFFFF"/>
                </a:solidFill>
                <a:latin typeface="Arial Unicode MS"/>
                <a:ea typeface="Arial Unicode MS"/>
                <a:cs typeface="Arial Unicode MS"/>
              </a:defRPr>
            </a:lvl4pPr>
            <a:lvl5pPr algn="l">
              <a:defRPr sz="2625" b="0">
                <a:solidFill>
                  <a:srgbClr val="FFFFFF"/>
                </a:solidFill>
                <a:latin typeface="Arial Unicode MS"/>
                <a:ea typeface="Arial Unicode MS"/>
                <a:cs typeface="Arial Unicode MS"/>
              </a:defRPr>
            </a:lvl5pPr>
            <a:lvl6pPr algn="l">
              <a:defRPr sz="2625" b="0">
                <a:solidFill>
                  <a:srgbClr val="FFFFFF"/>
                </a:solidFill>
                <a:latin typeface="Arial Unicode MS"/>
                <a:ea typeface="Arial Unicode MS"/>
                <a:cs typeface="Arial Unicode MS"/>
              </a:defRPr>
            </a:lvl6pPr>
            <a:lvl7pPr algn="l">
              <a:defRPr sz="2625" b="0">
                <a:solidFill>
                  <a:srgbClr val="FFFFFF"/>
                </a:solidFill>
                <a:latin typeface="Arial Unicode MS"/>
                <a:ea typeface="Arial Unicode MS"/>
                <a:cs typeface="Arial Unicode MS"/>
              </a:defRPr>
            </a:lvl7pPr>
            <a:lvl8pPr algn="l">
              <a:defRPr sz="2625" b="0">
                <a:solidFill>
                  <a:srgbClr val="FFFFFF"/>
                </a:solidFill>
                <a:latin typeface="Arial Unicode MS"/>
                <a:ea typeface="Arial Unicode MS"/>
                <a:cs typeface="Arial Unicode MS"/>
              </a:defRPr>
            </a:lvl8pPr>
            <a:lvl9pPr algn="l">
              <a:defRPr sz="2625" b="0">
                <a:solidFill>
                  <a:srgbClr val="FFFFFF"/>
                </a:solidFill>
                <a:latin typeface="Arial Unicode MS"/>
                <a:ea typeface="Arial Unicode MS"/>
                <a:cs typeface="Arial Unicode MS"/>
              </a:defRPr>
            </a:lvl9pPr>
          </a:lstStyle>
          <a:p xmlns:a="http://schemas.openxmlformats.org/drawingml/2006/main">
            <a:pPr algn="l">
              <a:defRPr sz="2625" b="0">
                <a:solidFill>
                  <a:srgbClr val="FFFFFF"/>
                </a:solidFill>
                <a:latin typeface="Arial Unicode MS"/>
                <a:ea typeface="Arial Unicode MS"/>
                <a:cs typeface="Arial Unicode MS"/>
              </a:defRPr>
            </a:pPr>
            <a:r>
              <a:rPr sz="2625" b="0">
                <a:solidFill>
                  <a:srgbClr val="FFFFFF"/>
                </a:solidFill>
                <a:latin typeface="Arial Unicode MS"/>
                <a:ea typeface="Arial Unicode MS"/>
                <a:cs typeface="Arial Unicode MS"/>
              </a:rPr>
              <a:t>Validation coverage at search closure</a:t>
            </a:r>
          </a:p>
        </p:txBody>
      </p:sp>
      <p:sp>
        <p:nvSpPr>
          <p:cNvPr id="6" name="">
            <a:extLst xmlns:a="http://schemas.openxmlformats.org/drawingml/2006/main">
              <a:ext uri="{FF2B5EF4-FFF2-40B4-BE49-F238E27FC236}">
                <a16:creationId xmlns:a16="http://schemas.microsoft.com/office/drawing/2014/main" id="{998123FF-AEC7-4AB5-A8D6-AAB12BE0815A}"/>
              </a:ext>
            </a:extLst>
          </p:cNvPr>
          <p:cNvSpPr>
            <a:spLocks xmlns:a="http://schemas.openxmlformats.org/drawingml/2006/main" noGrp="1"/>
          </p:cNvSpPr>
          <p:nvPr/>
        </p:nvSpPr>
        <p:spPr>
          <a:xfrm xmlns:a="http://schemas.openxmlformats.org/drawingml/2006/main">
            <a:off x="114300" y="27622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Problem</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design</a:t>
            </a:r>
          </a:p>
        </p:txBody>
      </p:sp>
      <p:sp>
        <p:nvSpPr>
          <p:cNvPr id="7" name="">
            <a:extLst xmlns:a="http://schemas.openxmlformats.org/drawingml/2006/main">
              <a:ext uri="{FF2B5EF4-FFF2-40B4-BE49-F238E27FC236}">
                <a16:creationId xmlns:a16="http://schemas.microsoft.com/office/drawing/2014/main" id="{C41E1F15-629C-4715-9D0A-D615B455D7D4}"/>
              </a:ext>
            </a:extLst>
          </p:cNvPr>
          <p:cNvSpPr>
            <a:spLocks xmlns:a="http://schemas.openxmlformats.org/drawingml/2006/main" noGrp="1"/>
          </p:cNvSpPr>
          <p:nvPr/>
        </p:nvSpPr>
        <p:spPr>
          <a:xfrm xmlns:a="http://schemas.openxmlformats.org/drawingml/2006/main">
            <a:off x="114300" y="37909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Search</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methods</a:t>
            </a:r>
          </a:p>
        </p:txBody>
      </p:sp>
      <p:sp>
        <p:nvSpPr>
          <p:cNvPr id="8" name="">
            <a:extLst xmlns:a="http://schemas.openxmlformats.org/drawingml/2006/main">
              <a:ext uri="{FF2B5EF4-FFF2-40B4-BE49-F238E27FC236}">
                <a16:creationId xmlns:a16="http://schemas.microsoft.com/office/drawing/2014/main" id="{607622DD-21D5-4777-A174-50446759AC14}"/>
              </a:ext>
            </a:extLst>
          </p:cNvPr>
          <p:cNvSpPr>
            <a:spLocks xmlns:a="http://schemas.openxmlformats.org/drawingml/2006/main" noGrp="1"/>
          </p:cNvSpPr>
          <p:nvPr/>
        </p:nvSpPr>
        <p:spPr>
          <a:xfrm xmlns:a="http://schemas.openxmlformats.org/drawingml/2006/main">
            <a:off x="114300" y="48196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FFFFFF"/>
                </a:solidFill>
                <a:latin typeface="Arial Unicode MS"/>
                <a:ea typeface="Arial Unicode MS"/>
                <a:cs typeface="Arial Unicode MS"/>
              </a:defRPr>
            </a:defPPr>
            <a:lvl1pPr algn="l">
              <a:defRPr sz="1200" b="0">
                <a:solidFill>
                  <a:srgbClr val="FFFFFF"/>
                </a:solidFill>
                <a:latin typeface="Arial Unicode MS"/>
                <a:ea typeface="Arial Unicode MS"/>
                <a:cs typeface="Arial Unicode MS"/>
              </a:defRPr>
            </a:lvl1pPr>
            <a:lvl2pPr algn="l">
              <a:defRPr sz="1200" b="0">
                <a:solidFill>
                  <a:srgbClr val="FFFFFF"/>
                </a:solidFill>
                <a:latin typeface="Arial Unicode MS"/>
                <a:ea typeface="Arial Unicode MS"/>
                <a:cs typeface="Arial Unicode MS"/>
              </a:defRPr>
            </a:lvl2pPr>
            <a:lvl3pPr algn="l">
              <a:defRPr sz="1200" b="0">
                <a:solidFill>
                  <a:srgbClr val="FFFFFF"/>
                </a:solidFill>
                <a:latin typeface="Arial Unicode MS"/>
                <a:ea typeface="Arial Unicode MS"/>
                <a:cs typeface="Arial Unicode MS"/>
              </a:defRPr>
            </a:lvl3pPr>
            <a:lvl4pPr algn="l">
              <a:defRPr sz="1200" b="0">
                <a:solidFill>
                  <a:srgbClr val="FFFFFF"/>
                </a:solidFill>
                <a:latin typeface="Arial Unicode MS"/>
                <a:ea typeface="Arial Unicode MS"/>
                <a:cs typeface="Arial Unicode MS"/>
              </a:defRPr>
            </a:lvl4pPr>
            <a:lvl5pPr algn="l">
              <a:defRPr sz="1200" b="0">
                <a:solidFill>
                  <a:srgbClr val="FFFFFF"/>
                </a:solidFill>
                <a:latin typeface="Arial Unicode MS"/>
                <a:ea typeface="Arial Unicode MS"/>
                <a:cs typeface="Arial Unicode MS"/>
              </a:defRPr>
            </a:lvl5pPr>
            <a:lvl6pPr algn="l">
              <a:defRPr sz="1200" b="0">
                <a:solidFill>
                  <a:srgbClr val="FFFFFF"/>
                </a:solidFill>
                <a:latin typeface="Arial Unicode MS"/>
                <a:ea typeface="Arial Unicode MS"/>
                <a:cs typeface="Arial Unicode MS"/>
              </a:defRPr>
            </a:lvl6pPr>
            <a:lvl7pPr algn="l">
              <a:defRPr sz="1200" b="0">
                <a:solidFill>
                  <a:srgbClr val="FFFFFF"/>
                </a:solidFill>
                <a:latin typeface="Arial Unicode MS"/>
                <a:ea typeface="Arial Unicode MS"/>
                <a:cs typeface="Arial Unicode MS"/>
              </a:defRPr>
            </a:lvl7pPr>
            <a:lvl8pPr algn="l">
              <a:defRPr sz="1200" b="0">
                <a:solidFill>
                  <a:srgbClr val="FFFFFF"/>
                </a:solidFill>
                <a:latin typeface="Arial Unicode MS"/>
                <a:ea typeface="Arial Unicode MS"/>
                <a:cs typeface="Arial Unicode MS"/>
              </a:defRPr>
            </a:lvl8pPr>
            <a:lvl9pPr algn="l">
              <a:defRPr sz="1200" b="0">
                <a:solidFill>
                  <a:srgbClr val="FFFFFF"/>
                </a:solidFill>
                <a:latin typeface="Arial Unicode MS"/>
                <a:ea typeface="Arial Unicode MS"/>
                <a:cs typeface="Arial Unicode MS"/>
              </a:defRPr>
            </a:lvl9pPr>
          </a:lstStyle>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Validation</a:t>
            </a:r>
          </a:p>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results</a:t>
            </a:r>
          </a:p>
        </p:txBody>
      </p:sp>
      <p:sp>
        <p:nvSpPr>
          <p:cNvPr id="9" name="">
            <a:extLst xmlns:a="http://schemas.openxmlformats.org/drawingml/2006/main">
              <a:ext uri="{FF2B5EF4-FFF2-40B4-BE49-F238E27FC236}">
                <a16:creationId xmlns:a16="http://schemas.microsoft.com/office/drawing/2014/main" id="{64671562-1C81-4B49-96CE-0D5BDC102E58}"/>
              </a:ext>
            </a:extLst>
          </p:cNvPr>
          <p:cNvSpPr>
            <a:spLocks xmlns:a="http://schemas.openxmlformats.org/drawingml/2006/main" noGrp="1"/>
          </p:cNvSpPr>
          <p:nvPr/>
        </p:nvSpPr>
        <p:spPr>
          <a:xfrm xmlns:a="http://schemas.openxmlformats.org/drawingml/2006/main">
            <a:off x="114300" y="58483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Analysis</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limits</a:t>
            </a:r>
          </a:p>
        </p:txBody>
      </p:sp>
      <p:sp>
        <p:nvSpPr>
          <p:cNvPr id="10" name="">
            <a:extLst xmlns:a="http://schemas.openxmlformats.org/drawingml/2006/main">
              <a:ext uri="{FF2B5EF4-FFF2-40B4-BE49-F238E27FC236}">
                <a16:creationId xmlns:a16="http://schemas.microsoft.com/office/drawing/2014/main" id="{F1F6664A-8F14-4372-B74B-1ACE36220197}"/>
              </a:ext>
            </a:extLst>
          </p:cNvPr>
          <p:cNvSpPr>
            <a:spLocks xmlns:a="http://schemas.openxmlformats.org/drawingml/2006/main" noGrp="1"/>
          </p:cNvSpPr>
          <p:nvPr/>
        </p:nvSpPr>
        <p:spPr>
          <a:xfrm xmlns:a="http://schemas.openxmlformats.org/drawingml/2006/main">
            <a:off x="10001250" y="80962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777777"/>
                </a:solidFill>
                <a:latin typeface="Arial Unicode MS"/>
                <a:ea typeface="Arial Unicode MS"/>
                <a:cs typeface="Arial Unicode MS"/>
              </a:defRPr>
            </a:defPPr>
            <a:lvl1pPr algn="r">
              <a:defRPr sz="1200" b="0">
                <a:solidFill>
                  <a:srgbClr val="777777"/>
                </a:solidFill>
                <a:latin typeface="Arial Unicode MS"/>
                <a:ea typeface="Arial Unicode MS"/>
                <a:cs typeface="Arial Unicode MS"/>
              </a:defRPr>
            </a:lvl1pPr>
            <a:lvl2pPr algn="r">
              <a:defRPr sz="1200" b="0">
                <a:solidFill>
                  <a:srgbClr val="777777"/>
                </a:solidFill>
                <a:latin typeface="Arial Unicode MS"/>
                <a:ea typeface="Arial Unicode MS"/>
                <a:cs typeface="Arial Unicode MS"/>
              </a:defRPr>
            </a:lvl2pPr>
            <a:lvl3pPr algn="r">
              <a:defRPr sz="1200" b="0">
                <a:solidFill>
                  <a:srgbClr val="777777"/>
                </a:solidFill>
                <a:latin typeface="Arial Unicode MS"/>
                <a:ea typeface="Arial Unicode MS"/>
                <a:cs typeface="Arial Unicode MS"/>
              </a:defRPr>
            </a:lvl3pPr>
            <a:lvl4pPr algn="r">
              <a:defRPr sz="1200" b="0">
                <a:solidFill>
                  <a:srgbClr val="777777"/>
                </a:solidFill>
                <a:latin typeface="Arial Unicode MS"/>
                <a:ea typeface="Arial Unicode MS"/>
                <a:cs typeface="Arial Unicode MS"/>
              </a:defRPr>
            </a:lvl4pPr>
            <a:lvl5pPr algn="r">
              <a:defRPr sz="1200" b="0">
                <a:solidFill>
                  <a:srgbClr val="777777"/>
                </a:solidFill>
                <a:latin typeface="Arial Unicode MS"/>
                <a:ea typeface="Arial Unicode MS"/>
                <a:cs typeface="Arial Unicode MS"/>
              </a:defRPr>
            </a:lvl5pPr>
            <a:lvl6pPr algn="r">
              <a:defRPr sz="1200" b="0">
                <a:solidFill>
                  <a:srgbClr val="777777"/>
                </a:solidFill>
                <a:latin typeface="Arial Unicode MS"/>
                <a:ea typeface="Arial Unicode MS"/>
                <a:cs typeface="Arial Unicode MS"/>
              </a:defRPr>
            </a:lvl6pPr>
            <a:lvl7pPr algn="r">
              <a:defRPr sz="1200" b="0">
                <a:solidFill>
                  <a:srgbClr val="777777"/>
                </a:solidFill>
                <a:latin typeface="Arial Unicode MS"/>
                <a:ea typeface="Arial Unicode MS"/>
                <a:cs typeface="Arial Unicode MS"/>
              </a:defRPr>
            </a:lvl7pPr>
            <a:lvl8pPr algn="r">
              <a:defRPr sz="1200" b="0">
                <a:solidFill>
                  <a:srgbClr val="777777"/>
                </a:solidFill>
                <a:latin typeface="Arial Unicode MS"/>
                <a:ea typeface="Arial Unicode MS"/>
                <a:cs typeface="Arial Unicode MS"/>
              </a:defRPr>
            </a:lvl8pPr>
            <a:lvl9pPr algn="r">
              <a:defRPr sz="1200" b="0">
                <a:solidFill>
                  <a:srgbClr val="777777"/>
                </a:solidFill>
                <a:latin typeface="Arial Unicode MS"/>
                <a:ea typeface="Arial Unicode MS"/>
                <a:cs typeface="Arial Unicode MS"/>
              </a:defRPr>
            </a:lvl9pPr>
          </a:lstStyle>
          <a:p xmlns:a="http://schemas.openxmlformats.org/drawingml/2006/main">
            <a:pPr algn="r">
              <a:defRPr sz="1200" b="0">
                <a:solidFill>
                  <a:srgbClr val="777777"/>
                </a:solidFill>
                <a:latin typeface="Arial Unicode MS"/>
                <a:ea typeface="Arial Unicode MS"/>
                <a:cs typeface="Arial Unicode MS"/>
              </a:defRPr>
            </a:pPr>
            <a:r>
              <a:rPr sz="1200" b="0">
                <a:solidFill>
                  <a:srgbClr val="777777"/>
                </a:solidFill>
                <a:latin typeface="Arial Unicode MS"/>
                <a:ea typeface="Arial Unicode MS"/>
                <a:cs typeface="Arial Unicode MS"/>
              </a:rPr>
              <a:t>8 / 16</a:t>
            </a:r>
          </a:p>
        </p:txBody>
      </p:sp>
      <p:graphicFrame>
        <p:nvGraphicFramePr>
          <p:cNvPr id="11" name="">
            <a:extLst xmlns:a="http://schemas.openxmlformats.org/drawingml/2006/main">
              <a:ext uri="{FF2B5EF4-FFF2-40B4-BE49-F238E27FC236}">
                <a16:creationId xmlns:a16="http://schemas.microsoft.com/office/drawing/2014/main" id="{29234785-E493-4896-BDBF-D14336B0CA00}"/>
              </a:ext>
            </a:extLst>
          </p:cNvPr>
          <p:cNvGraphicFramePr/>
          <p:nvPr/>
        </p:nvGraphicFramePr>
        <p:xfrm>
          <a:off xmlns:a="http://schemas.openxmlformats.org/drawingml/2006/main" x="1952625" y="2333625"/>
          <a:ext xmlns:a="http://schemas.openxmlformats.org/drawingml/2006/main" cx="8953500" cy="3048000"/>
        </p:xfrm>
        <a:graphic xmlns:a="http://schemas.openxmlformats.org/drawingml/2006/main">
          <a:graphicData uri="http://schemas.openxmlformats.org/drawingml/2006/table">
            <a:tbl>
              <a:tblPr/>
              <a:tblGrid>
                <a:gridCol w="2000250"/>
                <a:gridCol w="1619250"/>
                <a:gridCol w="1524000"/>
                <a:gridCol w="2000250"/>
                <a:gridCol w="1809750"/>
              </a:tblGrid>
              <a:tr h="609600">
                <a:tc>
                  <a:txBody>
                    <a:bodyPr wrap="square" lIns="85725" tIns="85725" rIns="85725" bIns="85725">
                      <a:noAutofit/>
                    </a:bodyPr>
                    <a:lstStyle/>
                    <a:p>
                      <a:pPr algn="l"/>
                      <a:r>
                        <a:rPr sz="1950" b="1">
                          <a:solidFill>
                            <a:srgbClr val="FFFFFF"/>
                          </a:solidFill>
                          <a:latin typeface="Arial Unicode MS"/>
                          <a:ea typeface="Arial Unicode MS"/>
                          <a:cs typeface="Arial Unicode MS"/>
                        </a:rPr>
                        <a:t>Method</a:t>
                      </a:r>
                    </a:p>
                  </a:txBody>
                  <a:tcPr marL="91440" marR="91440" marT="45720" marB="45720" anchor="ctr">
                    <a:lnL w="9525">
                      <a:solidFill>
                        <a:srgbClr val="D5D5E0"/>
                      </a:solidFill>
                      <a:prstDash val="solid"/>
                    </a:lnL>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950" b="1">
                          <a:solidFill>
                            <a:srgbClr val="FFFFFF"/>
                          </a:solidFill>
                          <a:latin typeface="Arial Unicode MS"/>
                          <a:ea typeface="Arial Unicode MS"/>
                          <a:cs typeface="Arial Unicode MS"/>
                        </a:rPr>
                        <a:t>Attempts</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950" b="1">
                          <a:solidFill>
                            <a:srgbClr val="FFFFFF"/>
                          </a:solidFill>
                          <a:latin typeface="Arial Unicode MS"/>
                          <a:ea typeface="Arial Unicode MS"/>
                          <a:cs typeface="Arial Unicode MS"/>
                        </a:rPr>
                        <a:t>Valid</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950" b="1">
                          <a:solidFill>
                            <a:srgbClr val="FFFFFF"/>
                          </a:solidFill>
                          <a:latin typeface="Arial Unicode MS"/>
                          <a:ea typeface="Arial Unicode MS"/>
                          <a:cs typeface="Arial Unicode MS"/>
                        </a:rPr>
                        <a:t>Exceptions</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950" b="1">
                          <a:solidFill>
                            <a:srgbClr val="FFFFFF"/>
                          </a:solidFill>
                          <a:latin typeface="Arial Unicode MS"/>
                          <a:ea typeface="Arial Unicode MS"/>
                          <a:cs typeface="Arial Unicode MS"/>
                        </a:rPr>
                        <a:t>Full panels</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r>
              <a:tr h="609600">
                <a:tc>
                  <a:txBody>
                    <a:bodyPr wrap="square" lIns="85725" tIns="85725" rIns="85725" bIns="85725">
                      <a:noAutofit/>
                    </a:bodyPr>
                    <a:lstStyle/>
                    <a:p>
                      <a:pPr algn="l"/>
                      <a:r>
                        <a:rPr sz="1950" b="0">
                          <a:solidFill>
                            <a:srgbClr val="111111"/>
                          </a:solidFill>
                          <a:latin typeface="Arial Unicode MS"/>
                          <a:ea typeface="Arial Unicode MS"/>
                          <a:cs typeface="Arial Unicode MS"/>
                        </a:rPr>
                        <a:t>Default</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950" b="0">
                          <a:solidFill>
                            <a:srgbClr val="111111"/>
                          </a:solidFill>
                          <a:latin typeface="Arial Unicode MS"/>
                          <a:ea typeface="Arial Unicode MS"/>
                          <a:cs typeface="Arial Unicode MS"/>
                        </a:rPr>
                        <a:t>8</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950" b="0">
                          <a:solidFill>
                            <a:srgbClr val="111111"/>
                          </a:solidFill>
                          <a:latin typeface="Arial Unicode MS"/>
                          <a:ea typeface="Arial Unicode MS"/>
                          <a:cs typeface="Arial Unicode MS"/>
                        </a:rPr>
                        <a:t>7</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950" b="0">
                          <a:solidFill>
                            <a:srgbClr val="111111"/>
                          </a:solidFill>
                          <a:latin typeface="Arial Unicode MS"/>
                          <a:ea typeface="Arial Unicode MS"/>
                          <a:cs typeface="Arial Unicode MS"/>
                        </a:rPr>
                        <a:t>1</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950" b="0">
                          <a:solidFill>
                            <a:srgbClr val="111111"/>
                          </a:solidFill>
                          <a:latin typeface="Arial Unicode MS"/>
                          <a:ea typeface="Arial Unicode MS"/>
                          <a:cs typeface="Arial Unicode MS"/>
                        </a:rPr>
                        <a:t>1</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r h="609600">
                <a:tc>
                  <a:txBody>
                    <a:bodyPr wrap="square" lIns="85725" tIns="85725" rIns="85725" bIns="85725">
                      <a:noAutofit/>
                    </a:bodyPr>
                    <a:lstStyle/>
                    <a:p>
                      <a:pPr algn="l"/>
                      <a:r>
                        <a:rPr sz="1950" b="0">
                          <a:solidFill>
                            <a:srgbClr val="111111"/>
                          </a:solidFill>
                          <a:latin typeface="Arial Unicode MS"/>
                          <a:ea typeface="Arial Unicode MS"/>
                          <a:cs typeface="Arial Unicode MS"/>
                        </a:rPr>
                        <a:t>Random</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950" b="0">
                          <a:solidFill>
                            <a:srgbClr val="111111"/>
                          </a:solidFill>
                          <a:latin typeface="Arial Unicode MS"/>
                          <a:ea typeface="Arial Unicode MS"/>
                          <a:cs typeface="Arial Unicode MS"/>
                        </a:rPr>
                        <a:t>44</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950" b="0">
                          <a:solidFill>
                            <a:srgbClr val="111111"/>
                          </a:solidFill>
                          <a:latin typeface="Arial Unicode MS"/>
                          <a:ea typeface="Arial Unicode MS"/>
                          <a:cs typeface="Arial Unicode MS"/>
                        </a:rPr>
                        <a:t>40</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950" b="0">
                          <a:solidFill>
                            <a:srgbClr val="111111"/>
                          </a:solidFill>
                          <a:latin typeface="Arial Unicode MS"/>
                          <a:ea typeface="Arial Unicode MS"/>
                          <a:cs typeface="Arial Unicode MS"/>
                        </a:rPr>
                        <a:t>4</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950" b="0">
                          <a:solidFill>
                            <a:srgbClr val="111111"/>
                          </a:solidFill>
                          <a:latin typeface="Arial Unicode MS"/>
                          <a:ea typeface="Arial Unicode MS"/>
                          <a:cs typeface="Arial Unicode MS"/>
                        </a:rPr>
                        <a:t>5</a:t>
                      </a:r>
                    </a:p>
                  </a:txBody>
                  <a:tcPr marL="91440" marR="91440" marT="45720" marB="45720" anchor="ctr">
                    <a:lnR w="9525">
                      <a:solidFill>
                        <a:srgbClr val="D5D5E0"/>
                      </a:solidFill>
                      <a:prstDash val="solid"/>
                    </a:lnR>
                    <a:lnB w="9525">
                      <a:solidFill>
                        <a:srgbClr val="D5D5E0"/>
                      </a:solidFill>
                      <a:prstDash val="solid"/>
                    </a:lnB>
                    <a:solidFill>
                      <a:srgbClr val="F3F3F8"/>
                    </a:solidFill>
                  </a:tcPr>
                </a:tc>
              </a:tr>
              <a:tr h="609600">
                <a:tc>
                  <a:txBody>
                    <a:bodyPr wrap="square" lIns="85725" tIns="85725" rIns="85725" bIns="85725">
                      <a:noAutofit/>
                    </a:bodyPr>
                    <a:lstStyle/>
                    <a:p>
                      <a:pPr algn="l"/>
                      <a:r>
                        <a:rPr sz="1950" b="0">
                          <a:solidFill>
                            <a:srgbClr val="111111"/>
                          </a:solidFill>
                          <a:latin typeface="Arial Unicode MS"/>
                          <a:ea typeface="Arial Unicode MS"/>
                          <a:cs typeface="Arial Unicode MS"/>
                        </a:rPr>
                        <a:t>BO</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950" b="0">
                          <a:solidFill>
                            <a:srgbClr val="111111"/>
                          </a:solidFill>
                          <a:latin typeface="Arial Unicode MS"/>
                          <a:ea typeface="Arial Unicode MS"/>
                          <a:cs typeface="Arial Unicode MS"/>
                        </a:rPr>
                        <a:t>44</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950" b="0">
                          <a:solidFill>
                            <a:srgbClr val="111111"/>
                          </a:solidFill>
                          <a:latin typeface="Arial Unicode MS"/>
                          <a:ea typeface="Arial Unicode MS"/>
                          <a:cs typeface="Arial Unicode MS"/>
                        </a:rPr>
                        <a:t>41</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950" b="0">
                          <a:solidFill>
                            <a:srgbClr val="111111"/>
                          </a:solidFill>
                          <a:latin typeface="Arial Unicode MS"/>
                          <a:ea typeface="Arial Unicode MS"/>
                          <a:cs typeface="Arial Unicode MS"/>
                        </a:rPr>
                        <a:t>3</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950" b="0">
                          <a:solidFill>
                            <a:srgbClr val="111111"/>
                          </a:solidFill>
                          <a:latin typeface="Arial Unicode MS"/>
                          <a:ea typeface="Arial Unicode MS"/>
                          <a:cs typeface="Arial Unicode MS"/>
                        </a:rPr>
                        <a:t>5</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r h="609600">
                <a:tc>
                  <a:txBody>
                    <a:bodyPr wrap="square" lIns="85725" tIns="85725" rIns="85725" bIns="85725">
                      <a:noAutofit/>
                    </a:bodyPr>
                    <a:lstStyle/>
                    <a:p>
                      <a:pPr algn="l"/>
                      <a:r>
                        <a:rPr sz="1950" b="0">
                          <a:solidFill>
                            <a:srgbClr val="111111"/>
                          </a:solidFill>
                          <a:latin typeface="Arial Unicode MS"/>
                          <a:ea typeface="Arial Unicode MS"/>
                          <a:cs typeface="Arial Unicode MS"/>
                        </a:rPr>
                        <a:t>IGBS</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950" b="0">
                          <a:solidFill>
                            <a:srgbClr val="111111"/>
                          </a:solidFill>
                          <a:latin typeface="Arial Unicode MS"/>
                          <a:ea typeface="Arial Unicode MS"/>
                          <a:cs typeface="Arial Unicode MS"/>
                        </a:rPr>
                        <a:t>43</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950" b="0">
                          <a:solidFill>
                            <a:srgbClr val="111111"/>
                          </a:solidFill>
                          <a:latin typeface="Arial Unicode MS"/>
                          <a:ea typeface="Arial Unicode MS"/>
                          <a:cs typeface="Arial Unicode MS"/>
                        </a:rPr>
                        <a:t>37</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950" b="0">
                          <a:solidFill>
                            <a:srgbClr val="111111"/>
                          </a:solidFill>
                          <a:latin typeface="Arial Unicode MS"/>
                          <a:ea typeface="Arial Unicode MS"/>
                          <a:cs typeface="Arial Unicode MS"/>
                        </a:rPr>
                        <a:t>6</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950" b="0">
                          <a:solidFill>
                            <a:srgbClr val="111111"/>
                          </a:solidFill>
                          <a:latin typeface="Arial Unicode MS"/>
                          <a:ea typeface="Arial Unicode MS"/>
                          <a:cs typeface="Arial Unicode MS"/>
                        </a:rPr>
                        <a:t>5</a:t>
                      </a:r>
                    </a:p>
                  </a:txBody>
                  <a:tcPr marL="91440" marR="91440" marT="45720" marB="45720" anchor="ctr">
                    <a:lnR w="9525">
                      <a:solidFill>
                        <a:srgbClr val="D5D5E0"/>
                      </a:solidFill>
                      <a:prstDash val="solid"/>
                    </a:lnR>
                    <a:lnB w="9525">
                      <a:solidFill>
                        <a:srgbClr val="D5D5E0"/>
                      </a:solidFill>
                      <a:prstDash val="solid"/>
                    </a:lnB>
                    <a:solidFill>
                      <a:srgbClr val="F3F3F8"/>
                    </a:solidFill>
                  </a:tcPr>
                </a:tc>
              </a:tr>
            </a:tbl>
          </a:graphicData>
        </a:graphic>
      </p:graphicFrame>
      <p:sp>
        <p:nvSpPr>
          <p:cNvPr id="12" name="">
            <a:extLst xmlns:a="http://schemas.openxmlformats.org/drawingml/2006/main">
              <a:ext uri="{FF2B5EF4-FFF2-40B4-BE49-F238E27FC236}">
                <a16:creationId xmlns:a16="http://schemas.microsoft.com/office/drawing/2014/main" id="{40A3DC85-67B9-45F0-ADE2-AD8496875AC4}"/>
              </a:ext>
            </a:extLst>
          </p:cNvPr>
          <p:cNvSpPr>
            <a:spLocks xmlns:a="http://schemas.openxmlformats.org/drawingml/2006/main" noGrp="1"/>
          </p:cNvSpPr>
          <p:nvPr/>
        </p:nvSpPr>
        <p:spPr>
          <a:xfrm xmlns:a="http://schemas.openxmlformats.org/drawingml/2006/main">
            <a:off x="2047875" y="5810250"/>
            <a:ext cx="885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111111"/>
                </a:solidFill>
                <a:latin typeface="Arial Unicode MS"/>
                <a:ea typeface="Arial Unicode MS"/>
                <a:cs typeface="Arial Unicode MS"/>
              </a:defRPr>
            </a:defPPr>
            <a:lvl1pPr algn="l">
              <a:defRPr sz="2250" b="0">
                <a:solidFill>
                  <a:srgbClr val="111111"/>
                </a:solidFill>
                <a:latin typeface="Arial Unicode MS"/>
                <a:ea typeface="Arial Unicode MS"/>
                <a:cs typeface="Arial Unicode MS"/>
              </a:defRPr>
            </a:lvl1pPr>
            <a:lvl2pPr algn="l">
              <a:defRPr sz="2250" b="0">
                <a:solidFill>
                  <a:srgbClr val="111111"/>
                </a:solidFill>
                <a:latin typeface="Arial Unicode MS"/>
                <a:ea typeface="Arial Unicode MS"/>
                <a:cs typeface="Arial Unicode MS"/>
              </a:defRPr>
            </a:lvl2pPr>
            <a:lvl3pPr algn="l">
              <a:defRPr sz="2250" b="0">
                <a:solidFill>
                  <a:srgbClr val="111111"/>
                </a:solidFill>
                <a:latin typeface="Arial Unicode MS"/>
                <a:ea typeface="Arial Unicode MS"/>
                <a:cs typeface="Arial Unicode MS"/>
              </a:defRPr>
            </a:lvl3pPr>
            <a:lvl4pPr algn="l">
              <a:defRPr sz="2250" b="0">
                <a:solidFill>
                  <a:srgbClr val="111111"/>
                </a:solidFill>
                <a:latin typeface="Arial Unicode MS"/>
                <a:ea typeface="Arial Unicode MS"/>
                <a:cs typeface="Arial Unicode MS"/>
              </a:defRPr>
            </a:lvl4pPr>
            <a:lvl5pPr algn="l">
              <a:defRPr sz="2250" b="0">
                <a:solidFill>
                  <a:srgbClr val="111111"/>
                </a:solidFill>
                <a:latin typeface="Arial Unicode MS"/>
                <a:ea typeface="Arial Unicode MS"/>
                <a:cs typeface="Arial Unicode MS"/>
              </a:defRPr>
            </a:lvl5pPr>
            <a:lvl6pPr algn="l">
              <a:defRPr sz="2250" b="0">
                <a:solidFill>
                  <a:srgbClr val="111111"/>
                </a:solidFill>
                <a:latin typeface="Arial Unicode MS"/>
                <a:ea typeface="Arial Unicode MS"/>
                <a:cs typeface="Arial Unicode MS"/>
              </a:defRPr>
            </a:lvl6pPr>
            <a:lvl7pPr algn="l">
              <a:defRPr sz="2250" b="0">
                <a:solidFill>
                  <a:srgbClr val="111111"/>
                </a:solidFill>
                <a:latin typeface="Arial Unicode MS"/>
                <a:ea typeface="Arial Unicode MS"/>
                <a:cs typeface="Arial Unicode MS"/>
              </a:defRPr>
            </a:lvl7pPr>
            <a:lvl8pPr algn="l">
              <a:defRPr sz="2250" b="0">
                <a:solidFill>
                  <a:srgbClr val="111111"/>
                </a:solidFill>
                <a:latin typeface="Arial Unicode MS"/>
                <a:ea typeface="Arial Unicode MS"/>
                <a:cs typeface="Arial Unicode MS"/>
              </a:defRPr>
            </a:lvl8pPr>
            <a:lvl9pPr algn="l">
              <a:defRPr sz="2250" b="0">
                <a:solidFill>
                  <a:srgbClr val="111111"/>
                </a:solidFill>
                <a:latin typeface="Arial Unicode MS"/>
                <a:ea typeface="Arial Unicode MS"/>
                <a:cs typeface="Arial Unicode MS"/>
              </a:defRPr>
            </a:lvl9pPr>
          </a:lstStyle>
          <a:p xmlns:a="http://schemas.openxmlformats.org/drawingml/2006/main">
            <a:pPr algn="l">
              <a:defRPr sz="2250" b="0">
                <a:solidFill>
                  <a:srgbClr val="111111"/>
                </a:solidFill>
                <a:latin typeface="Arial Unicode MS"/>
                <a:ea typeface="Arial Unicode MS"/>
                <a:cs typeface="Arial Unicode MS"/>
              </a:defRPr>
            </a:pPr>
            <a:r>
              <a:rPr sz="2250" b="0">
                <a:solidFill>
                  <a:srgbClr val="111111"/>
                </a:solidFill>
                <a:latin typeface="Arial Unicode MS"/>
                <a:ea typeface="Arial Unicode MS"/>
                <a:cs typeface="Arial Unicode MS"/>
              </a:rPr>
              <a:t>139 ended validation attempts</a:t>
            </a:r>
          </a:p>
          <a:p xmlns:a="http://schemas.openxmlformats.org/drawingml/2006/main">
            <a:pPr algn="l">
              <a:defRPr sz="2250" b="0">
                <a:solidFill>
                  <a:srgbClr val="111111"/>
                </a:solidFill>
                <a:latin typeface="Arial Unicode MS"/>
                <a:ea typeface="Arial Unicode MS"/>
                <a:cs typeface="Arial Unicode MS"/>
              </a:defRPr>
            </a:pPr>
            <a:r>
              <a:rPr sz="2250" b="0">
                <a:solidFill>
                  <a:srgbClr val="111111"/>
                </a:solidFill>
                <a:latin typeface="Arial Unicode MS"/>
                <a:ea typeface="Arial Unicode MS"/>
                <a:cs typeface="Arial Unicode MS"/>
              </a:rPr>
              <a:t>125 valid measurements and 14 accounting exceptions</a:t>
            </a:r>
          </a:p>
        </p:txBody>
      </p:sp>
      <p:sp>
        <p:nvSpPr>
          <p:cNvPr id="13" name="">
            <a:extLst xmlns:a="http://schemas.openxmlformats.org/drawingml/2006/main">
              <a:ext uri="{FF2B5EF4-FFF2-40B4-BE49-F238E27FC236}">
                <a16:creationId xmlns:a16="http://schemas.microsoft.com/office/drawing/2014/main" id="{E581C5AC-C414-44C0-8766-184AD13F5D13}"/>
              </a:ext>
            </a:extLst>
          </p:cNvPr>
          <p:cNvSpPr>
            <a:spLocks xmlns:a="http://schemas.openxmlformats.org/drawingml/2006/main" noGrp="1"/>
          </p:cNvSpPr>
          <p:nvPr/>
        </p:nvSpPr>
        <p:spPr>
          <a:xfrm xmlns:a="http://schemas.openxmlformats.org/drawingml/2006/main">
            <a:off x="2047875" y="6858000"/>
            <a:ext cx="885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11111"/>
                </a:solidFill>
                <a:latin typeface="Arial Unicode MS"/>
                <a:ea typeface="Arial Unicode MS"/>
                <a:cs typeface="Arial Unicode MS"/>
              </a:defRPr>
            </a:defPPr>
            <a:lvl1pPr algn="l">
              <a:defRPr sz="1875" b="0">
                <a:solidFill>
                  <a:srgbClr val="111111"/>
                </a:solidFill>
                <a:latin typeface="Arial Unicode MS"/>
                <a:ea typeface="Arial Unicode MS"/>
                <a:cs typeface="Arial Unicode MS"/>
              </a:defRPr>
            </a:lvl1pPr>
            <a:lvl2pPr algn="l">
              <a:defRPr sz="1875" b="0">
                <a:solidFill>
                  <a:srgbClr val="111111"/>
                </a:solidFill>
                <a:latin typeface="Arial Unicode MS"/>
                <a:ea typeface="Arial Unicode MS"/>
                <a:cs typeface="Arial Unicode MS"/>
              </a:defRPr>
            </a:lvl2pPr>
            <a:lvl3pPr algn="l">
              <a:defRPr sz="1875" b="0">
                <a:solidFill>
                  <a:srgbClr val="111111"/>
                </a:solidFill>
                <a:latin typeface="Arial Unicode MS"/>
                <a:ea typeface="Arial Unicode MS"/>
                <a:cs typeface="Arial Unicode MS"/>
              </a:defRPr>
            </a:lvl3pPr>
            <a:lvl4pPr algn="l">
              <a:defRPr sz="1875" b="0">
                <a:solidFill>
                  <a:srgbClr val="111111"/>
                </a:solidFill>
                <a:latin typeface="Arial Unicode MS"/>
                <a:ea typeface="Arial Unicode MS"/>
                <a:cs typeface="Arial Unicode MS"/>
              </a:defRPr>
            </a:lvl4pPr>
            <a:lvl5pPr algn="l">
              <a:defRPr sz="1875" b="0">
                <a:solidFill>
                  <a:srgbClr val="111111"/>
                </a:solidFill>
                <a:latin typeface="Arial Unicode MS"/>
                <a:ea typeface="Arial Unicode MS"/>
                <a:cs typeface="Arial Unicode MS"/>
              </a:defRPr>
            </a:lvl5pPr>
            <a:lvl6pPr algn="l">
              <a:defRPr sz="1875" b="0">
                <a:solidFill>
                  <a:srgbClr val="111111"/>
                </a:solidFill>
                <a:latin typeface="Arial Unicode MS"/>
                <a:ea typeface="Arial Unicode MS"/>
                <a:cs typeface="Arial Unicode MS"/>
              </a:defRPr>
            </a:lvl6pPr>
            <a:lvl7pPr algn="l">
              <a:defRPr sz="1875" b="0">
                <a:solidFill>
                  <a:srgbClr val="111111"/>
                </a:solidFill>
                <a:latin typeface="Arial Unicode MS"/>
                <a:ea typeface="Arial Unicode MS"/>
                <a:cs typeface="Arial Unicode MS"/>
              </a:defRPr>
            </a:lvl7pPr>
            <a:lvl8pPr algn="l">
              <a:defRPr sz="1875" b="0">
                <a:solidFill>
                  <a:srgbClr val="111111"/>
                </a:solidFill>
                <a:latin typeface="Arial Unicode MS"/>
                <a:ea typeface="Arial Unicode MS"/>
                <a:cs typeface="Arial Unicode MS"/>
              </a:defRPr>
            </a:lvl8pPr>
            <a:lvl9pPr algn="l">
              <a:defRPr sz="1875" b="0">
                <a:solidFill>
                  <a:srgbClr val="111111"/>
                </a:solidFill>
                <a:latin typeface="Arial Unicode MS"/>
                <a:ea typeface="Arial Unicode MS"/>
                <a:cs typeface="Arial Unicode MS"/>
              </a:defRPr>
            </a:lvl9pPr>
          </a:lstStyle>
          <a:p xmlns:a="http://schemas.openxmlformats.org/drawingml/2006/main">
            <a:pPr algn="l">
              <a:defRPr sz="1875" b="0">
                <a:solidFill>
                  <a:srgbClr val="111111"/>
                </a:solidFill>
                <a:latin typeface="Arial Unicode MS"/>
                <a:ea typeface="Arial Unicode MS"/>
                <a:cs typeface="Arial Unicode MS"/>
              </a:defRPr>
            </a:pPr>
            <a:r>
              <a:rPr sz="1875" b="0">
                <a:solidFill>
                  <a:srgbClr val="111111"/>
                </a:solidFill>
                <a:latin typeface="Arial Unicode MS"/>
                <a:ea typeface="Arial Unicode MS"/>
                <a:cs typeface="Arial Unicode MS"/>
              </a:rPr>
              <a:t>Full panels cover 8 tasks but may include accounting exceptions.</a:t>
            </a:r>
          </a:p>
          <a:p xmlns:a="http://schemas.openxmlformats.org/drawingml/2006/main">
            <a:pPr algn="l">
              <a:defRPr sz="1875" b="0">
                <a:solidFill>
                  <a:srgbClr val="111111"/>
                </a:solidFill>
                <a:latin typeface="Arial Unicode MS"/>
                <a:ea typeface="Arial Unicode MS"/>
                <a:cs typeface="Arial Unicode MS"/>
              </a:defRPr>
            </a:pPr>
            <a:r>
              <a:rPr sz="1875" b="0">
                <a:solidFill>
                  <a:srgbClr val="111111"/>
                </a:solidFill>
                <a:latin typeface="Arial Unicode MS"/>
                <a:ea typeface="Arial Unicode MS"/>
                <a:cs typeface="Arial Unicode MS"/>
              </a:rPr>
              <a:t>The held-out phase ended 12 attempts, with 1 unresolved.</a:t>
            </a:r>
          </a:p>
        </p:txBody>
      </p:sp>
    </p:spTree>
    <p:extLst>
      <p:ext uri="{BB962C8B-B14F-4D97-AF65-F5344CB8AC3E}">
        <p14:creationId xmlns:p14="http://schemas.microsoft.com/office/powerpoint/2010/main" val="31835247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E6077A2-1E90-496B-9097-723A6D68A4F2}"/>
              </a:ext>
            </a:extLst>
          </p:cNvPr>
          <p:cNvSpPr>
            <a:spLocks xmlns:a="http://schemas.openxmlformats.org/drawingml/2006/main" noGrp="1"/>
          </p:cNvSpPr>
          <p:nvPr/>
        </p:nvSpPr>
        <p:spPr>
          <a:xfrm xmlns:a="http://schemas.openxmlformats.org/drawingml/2006/main">
            <a:off x="0" y="0"/>
            <a:ext cx="11430000" cy="142875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2A76BE8-FE14-473E-AF62-2CCFF4AAD2F8}"/>
              </a:ext>
            </a:extLst>
          </p:cNvPr>
          <p:cNvSpPr>
            <a:spLocks xmlns:a="http://schemas.openxmlformats.org/drawingml/2006/main" noGrp="1"/>
          </p:cNvSpPr>
          <p:nvPr/>
        </p:nvSpPr>
        <p:spPr>
          <a:xfrm xmlns:a="http://schemas.openxmlformats.org/drawingml/2006/main">
            <a:off x="0" y="0"/>
            <a:ext cx="1428750" cy="857250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0095D81-3D48-4F19-B723-458EA77D1E40}"/>
              </a:ext>
            </a:extLst>
          </p:cNvPr>
          <p:cNvSpPr>
            <a:spLocks xmlns:a="http://schemas.openxmlformats.org/drawingml/2006/main" noGrp="1"/>
          </p:cNvSpPr>
          <p:nvPr/>
        </p:nvSpPr>
        <p:spPr>
          <a:xfrm xmlns:a="http://schemas.openxmlformats.org/drawingml/2006/main">
            <a:off x="0" y="0"/>
            <a:ext cx="1428750" cy="1428750"/>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029C701-24A9-4187-8225-143FC187CE71}"/>
              </a:ext>
            </a:extLst>
          </p:cNvPr>
          <p:cNvSpPr>
            <a:spLocks xmlns:a="http://schemas.openxmlformats.org/drawingml/2006/main" noGrp="1"/>
          </p:cNvSpPr>
          <p:nvPr/>
        </p:nvSpPr>
        <p:spPr>
          <a:xfrm xmlns:a="http://schemas.openxmlformats.org/drawingml/2006/main">
            <a:off x="1952625" y="333375"/>
            <a:ext cx="895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FFFFFF"/>
                </a:solidFill>
                <a:latin typeface="Arial Unicode MS"/>
                <a:ea typeface="Arial Unicode MS"/>
                <a:cs typeface="Arial Unicode MS"/>
              </a:defRPr>
            </a:defPPr>
            <a:lvl1pPr algn="l">
              <a:defRPr sz="2625" b="0">
                <a:solidFill>
                  <a:srgbClr val="FFFFFF"/>
                </a:solidFill>
                <a:latin typeface="Arial Unicode MS"/>
                <a:ea typeface="Arial Unicode MS"/>
                <a:cs typeface="Arial Unicode MS"/>
              </a:defRPr>
            </a:lvl1pPr>
            <a:lvl2pPr algn="l">
              <a:defRPr sz="2625" b="0">
                <a:solidFill>
                  <a:srgbClr val="FFFFFF"/>
                </a:solidFill>
                <a:latin typeface="Arial Unicode MS"/>
                <a:ea typeface="Arial Unicode MS"/>
                <a:cs typeface="Arial Unicode MS"/>
              </a:defRPr>
            </a:lvl2pPr>
            <a:lvl3pPr algn="l">
              <a:defRPr sz="2625" b="0">
                <a:solidFill>
                  <a:srgbClr val="FFFFFF"/>
                </a:solidFill>
                <a:latin typeface="Arial Unicode MS"/>
                <a:ea typeface="Arial Unicode MS"/>
                <a:cs typeface="Arial Unicode MS"/>
              </a:defRPr>
            </a:lvl3pPr>
            <a:lvl4pPr algn="l">
              <a:defRPr sz="2625" b="0">
                <a:solidFill>
                  <a:srgbClr val="FFFFFF"/>
                </a:solidFill>
                <a:latin typeface="Arial Unicode MS"/>
                <a:ea typeface="Arial Unicode MS"/>
                <a:cs typeface="Arial Unicode MS"/>
              </a:defRPr>
            </a:lvl4pPr>
            <a:lvl5pPr algn="l">
              <a:defRPr sz="2625" b="0">
                <a:solidFill>
                  <a:srgbClr val="FFFFFF"/>
                </a:solidFill>
                <a:latin typeface="Arial Unicode MS"/>
                <a:ea typeface="Arial Unicode MS"/>
                <a:cs typeface="Arial Unicode MS"/>
              </a:defRPr>
            </a:lvl5pPr>
            <a:lvl6pPr algn="l">
              <a:defRPr sz="2625" b="0">
                <a:solidFill>
                  <a:srgbClr val="FFFFFF"/>
                </a:solidFill>
                <a:latin typeface="Arial Unicode MS"/>
                <a:ea typeface="Arial Unicode MS"/>
                <a:cs typeface="Arial Unicode MS"/>
              </a:defRPr>
            </a:lvl6pPr>
            <a:lvl7pPr algn="l">
              <a:defRPr sz="2625" b="0">
                <a:solidFill>
                  <a:srgbClr val="FFFFFF"/>
                </a:solidFill>
                <a:latin typeface="Arial Unicode MS"/>
                <a:ea typeface="Arial Unicode MS"/>
                <a:cs typeface="Arial Unicode MS"/>
              </a:defRPr>
            </a:lvl7pPr>
            <a:lvl8pPr algn="l">
              <a:defRPr sz="2625" b="0">
                <a:solidFill>
                  <a:srgbClr val="FFFFFF"/>
                </a:solidFill>
                <a:latin typeface="Arial Unicode MS"/>
                <a:ea typeface="Arial Unicode MS"/>
                <a:cs typeface="Arial Unicode MS"/>
              </a:defRPr>
            </a:lvl8pPr>
            <a:lvl9pPr algn="l">
              <a:defRPr sz="2625" b="0">
                <a:solidFill>
                  <a:srgbClr val="FFFFFF"/>
                </a:solidFill>
                <a:latin typeface="Arial Unicode MS"/>
                <a:ea typeface="Arial Unicode MS"/>
                <a:cs typeface="Arial Unicode MS"/>
              </a:defRPr>
            </a:lvl9pPr>
          </a:lstStyle>
          <a:p xmlns:a="http://schemas.openxmlformats.org/drawingml/2006/main">
            <a:pPr algn="l">
              <a:defRPr sz="2625" b="0">
                <a:solidFill>
                  <a:srgbClr val="FFFFFF"/>
                </a:solidFill>
                <a:latin typeface="Arial Unicode MS"/>
                <a:ea typeface="Arial Unicode MS"/>
                <a:cs typeface="Arial Unicode MS"/>
              </a:defRPr>
            </a:pPr>
            <a:r>
              <a:rPr sz="2625" b="0">
                <a:solidFill>
                  <a:srgbClr val="FFFFFF"/>
                </a:solidFill>
                <a:latin typeface="Arial Unicode MS"/>
                <a:ea typeface="Arial Unicode MS"/>
                <a:cs typeface="Arial Unicode MS"/>
              </a:rPr>
              <a:t>Frozen validation selections</a:t>
            </a:r>
          </a:p>
        </p:txBody>
      </p:sp>
      <p:sp>
        <p:nvSpPr>
          <p:cNvPr id="6" name="">
            <a:extLst xmlns:a="http://schemas.openxmlformats.org/drawingml/2006/main">
              <a:ext uri="{FF2B5EF4-FFF2-40B4-BE49-F238E27FC236}">
                <a16:creationId xmlns:a16="http://schemas.microsoft.com/office/drawing/2014/main" id="{B0F357FD-03C2-4F85-A61E-D89410AE1BA8}"/>
              </a:ext>
            </a:extLst>
          </p:cNvPr>
          <p:cNvSpPr>
            <a:spLocks xmlns:a="http://schemas.openxmlformats.org/drawingml/2006/main" noGrp="1"/>
          </p:cNvSpPr>
          <p:nvPr/>
        </p:nvSpPr>
        <p:spPr>
          <a:xfrm xmlns:a="http://schemas.openxmlformats.org/drawingml/2006/main">
            <a:off x="114300" y="27622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Problem</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design</a:t>
            </a:r>
          </a:p>
        </p:txBody>
      </p:sp>
      <p:sp>
        <p:nvSpPr>
          <p:cNvPr id="7" name="">
            <a:extLst xmlns:a="http://schemas.openxmlformats.org/drawingml/2006/main">
              <a:ext uri="{FF2B5EF4-FFF2-40B4-BE49-F238E27FC236}">
                <a16:creationId xmlns:a16="http://schemas.microsoft.com/office/drawing/2014/main" id="{1E66DDFA-9722-4E5B-A96F-3AA593632831}"/>
              </a:ext>
            </a:extLst>
          </p:cNvPr>
          <p:cNvSpPr>
            <a:spLocks xmlns:a="http://schemas.openxmlformats.org/drawingml/2006/main" noGrp="1"/>
          </p:cNvSpPr>
          <p:nvPr/>
        </p:nvSpPr>
        <p:spPr>
          <a:xfrm xmlns:a="http://schemas.openxmlformats.org/drawingml/2006/main">
            <a:off x="114300" y="37909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Search</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methods</a:t>
            </a:r>
          </a:p>
        </p:txBody>
      </p:sp>
      <p:sp>
        <p:nvSpPr>
          <p:cNvPr id="8" name="">
            <a:extLst xmlns:a="http://schemas.openxmlformats.org/drawingml/2006/main">
              <a:ext uri="{FF2B5EF4-FFF2-40B4-BE49-F238E27FC236}">
                <a16:creationId xmlns:a16="http://schemas.microsoft.com/office/drawing/2014/main" id="{6F370C8B-3C85-4C05-B711-678A55421349}"/>
              </a:ext>
            </a:extLst>
          </p:cNvPr>
          <p:cNvSpPr>
            <a:spLocks xmlns:a="http://schemas.openxmlformats.org/drawingml/2006/main" noGrp="1"/>
          </p:cNvSpPr>
          <p:nvPr/>
        </p:nvSpPr>
        <p:spPr>
          <a:xfrm xmlns:a="http://schemas.openxmlformats.org/drawingml/2006/main">
            <a:off x="114300" y="48196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FFFFFF"/>
                </a:solidFill>
                <a:latin typeface="Arial Unicode MS"/>
                <a:ea typeface="Arial Unicode MS"/>
                <a:cs typeface="Arial Unicode MS"/>
              </a:defRPr>
            </a:defPPr>
            <a:lvl1pPr algn="l">
              <a:defRPr sz="1200" b="0">
                <a:solidFill>
                  <a:srgbClr val="FFFFFF"/>
                </a:solidFill>
                <a:latin typeface="Arial Unicode MS"/>
                <a:ea typeface="Arial Unicode MS"/>
                <a:cs typeface="Arial Unicode MS"/>
              </a:defRPr>
            </a:lvl1pPr>
            <a:lvl2pPr algn="l">
              <a:defRPr sz="1200" b="0">
                <a:solidFill>
                  <a:srgbClr val="FFFFFF"/>
                </a:solidFill>
                <a:latin typeface="Arial Unicode MS"/>
                <a:ea typeface="Arial Unicode MS"/>
                <a:cs typeface="Arial Unicode MS"/>
              </a:defRPr>
            </a:lvl2pPr>
            <a:lvl3pPr algn="l">
              <a:defRPr sz="1200" b="0">
                <a:solidFill>
                  <a:srgbClr val="FFFFFF"/>
                </a:solidFill>
                <a:latin typeface="Arial Unicode MS"/>
                <a:ea typeface="Arial Unicode MS"/>
                <a:cs typeface="Arial Unicode MS"/>
              </a:defRPr>
            </a:lvl3pPr>
            <a:lvl4pPr algn="l">
              <a:defRPr sz="1200" b="0">
                <a:solidFill>
                  <a:srgbClr val="FFFFFF"/>
                </a:solidFill>
                <a:latin typeface="Arial Unicode MS"/>
                <a:ea typeface="Arial Unicode MS"/>
                <a:cs typeface="Arial Unicode MS"/>
              </a:defRPr>
            </a:lvl4pPr>
            <a:lvl5pPr algn="l">
              <a:defRPr sz="1200" b="0">
                <a:solidFill>
                  <a:srgbClr val="FFFFFF"/>
                </a:solidFill>
                <a:latin typeface="Arial Unicode MS"/>
                <a:ea typeface="Arial Unicode MS"/>
                <a:cs typeface="Arial Unicode MS"/>
              </a:defRPr>
            </a:lvl5pPr>
            <a:lvl6pPr algn="l">
              <a:defRPr sz="1200" b="0">
                <a:solidFill>
                  <a:srgbClr val="FFFFFF"/>
                </a:solidFill>
                <a:latin typeface="Arial Unicode MS"/>
                <a:ea typeface="Arial Unicode MS"/>
                <a:cs typeface="Arial Unicode MS"/>
              </a:defRPr>
            </a:lvl6pPr>
            <a:lvl7pPr algn="l">
              <a:defRPr sz="1200" b="0">
                <a:solidFill>
                  <a:srgbClr val="FFFFFF"/>
                </a:solidFill>
                <a:latin typeface="Arial Unicode MS"/>
                <a:ea typeface="Arial Unicode MS"/>
                <a:cs typeface="Arial Unicode MS"/>
              </a:defRPr>
            </a:lvl7pPr>
            <a:lvl8pPr algn="l">
              <a:defRPr sz="1200" b="0">
                <a:solidFill>
                  <a:srgbClr val="FFFFFF"/>
                </a:solidFill>
                <a:latin typeface="Arial Unicode MS"/>
                <a:ea typeface="Arial Unicode MS"/>
                <a:cs typeface="Arial Unicode MS"/>
              </a:defRPr>
            </a:lvl8pPr>
            <a:lvl9pPr algn="l">
              <a:defRPr sz="1200" b="0">
                <a:solidFill>
                  <a:srgbClr val="FFFFFF"/>
                </a:solidFill>
                <a:latin typeface="Arial Unicode MS"/>
                <a:ea typeface="Arial Unicode MS"/>
                <a:cs typeface="Arial Unicode MS"/>
              </a:defRPr>
            </a:lvl9pPr>
          </a:lstStyle>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Validation</a:t>
            </a:r>
          </a:p>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results</a:t>
            </a:r>
          </a:p>
        </p:txBody>
      </p:sp>
      <p:sp>
        <p:nvSpPr>
          <p:cNvPr id="9" name="">
            <a:extLst xmlns:a="http://schemas.openxmlformats.org/drawingml/2006/main">
              <a:ext uri="{FF2B5EF4-FFF2-40B4-BE49-F238E27FC236}">
                <a16:creationId xmlns:a16="http://schemas.microsoft.com/office/drawing/2014/main" id="{86B5589C-F0F7-4048-ADFB-858A6C09BA9F}"/>
              </a:ext>
            </a:extLst>
          </p:cNvPr>
          <p:cNvSpPr>
            <a:spLocks xmlns:a="http://schemas.openxmlformats.org/drawingml/2006/main" noGrp="1"/>
          </p:cNvSpPr>
          <p:nvPr/>
        </p:nvSpPr>
        <p:spPr>
          <a:xfrm xmlns:a="http://schemas.openxmlformats.org/drawingml/2006/main">
            <a:off x="114300" y="58483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Analysis</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limits</a:t>
            </a:r>
          </a:p>
        </p:txBody>
      </p:sp>
      <p:sp>
        <p:nvSpPr>
          <p:cNvPr id="10" name="">
            <a:extLst xmlns:a="http://schemas.openxmlformats.org/drawingml/2006/main">
              <a:ext uri="{FF2B5EF4-FFF2-40B4-BE49-F238E27FC236}">
                <a16:creationId xmlns:a16="http://schemas.microsoft.com/office/drawing/2014/main" id="{625E0B9B-2393-40A5-A837-938E2C1F5324}"/>
              </a:ext>
            </a:extLst>
          </p:cNvPr>
          <p:cNvSpPr>
            <a:spLocks xmlns:a="http://schemas.openxmlformats.org/drawingml/2006/main" noGrp="1"/>
          </p:cNvSpPr>
          <p:nvPr/>
        </p:nvSpPr>
        <p:spPr>
          <a:xfrm xmlns:a="http://schemas.openxmlformats.org/drawingml/2006/main">
            <a:off x="10001250" y="80962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777777"/>
                </a:solidFill>
                <a:latin typeface="Arial Unicode MS"/>
                <a:ea typeface="Arial Unicode MS"/>
                <a:cs typeface="Arial Unicode MS"/>
              </a:defRPr>
            </a:defPPr>
            <a:lvl1pPr algn="r">
              <a:defRPr sz="1200" b="0">
                <a:solidFill>
                  <a:srgbClr val="777777"/>
                </a:solidFill>
                <a:latin typeface="Arial Unicode MS"/>
                <a:ea typeface="Arial Unicode MS"/>
                <a:cs typeface="Arial Unicode MS"/>
              </a:defRPr>
            </a:lvl1pPr>
            <a:lvl2pPr algn="r">
              <a:defRPr sz="1200" b="0">
                <a:solidFill>
                  <a:srgbClr val="777777"/>
                </a:solidFill>
                <a:latin typeface="Arial Unicode MS"/>
                <a:ea typeface="Arial Unicode MS"/>
                <a:cs typeface="Arial Unicode MS"/>
              </a:defRPr>
            </a:lvl2pPr>
            <a:lvl3pPr algn="r">
              <a:defRPr sz="1200" b="0">
                <a:solidFill>
                  <a:srgbClr val="777777"/>
                </a:solidFill>
                <a:latin typeface="Arial Unicode MS"/>
                <a:ea typeface="Arial Unicode MS"/>
                <a:cs typeface="Arial Unicode MS"/>
              </a:defRPr>
            </a:lvl3pPr>
            <a:lvl4pPr algn="r">
              <a:defRPr sz="1200" b="0">
                <a:solidFill>
                  <a:srgbClr val="777777"/>
                </a:solidFill>
                <a:latin typeface="Arial Unicode MS"/>
                <a:ea typeface="Arial Unicode MS"/>
                <a:cs typeface="Arial Unicode MS"/>
              </a:defRPr>
            </a:lvl4pPr>
            <a:lvl5pPr algn="r">
              <a:defRPr sz="1200" b="0">
                <a:solidFill>
                  <a:srgbClr val="777777"/>
                </a:solidFill>
                <a:latin typeface="Arial Unicode MS"/>
                <a:ea typeface="Arial Unicode MS"/>
                <a:cs typeface="Arial Unicode MS"/>
              </a:defRPr>
            </a:lvl5pPr>
            <a:lvl6pPr algn="r">
              <a:defRPr sz="1200" b="0">
                <a:solidFill>
                  <a:srgbClr val="777777"/>
                </a:solidFill>
                <a:latin typeface="Arial Unicode MS"/>
                <a:ea typeface="Arial Unicode MS"/>
                <a:cs typeface="Arial Unicode MS"/>
              </a:defRPr>
            </a:lvl6pPr>
            <a:lvl7pPr algn="r">
              <a:defRPr sz="1200" b="0">
                <a:solidFill>
                  <a:srgbClr val="777777"/>
                </a:solidFill>
                <a:latin typeface="Arial Unicode MS"/>
                <a:ea typeface="Arial Unicode MS"/>
                <a:cs typeface="Arial Unicode MS"/>
              </a:defRPr>
            </a:lvl7pPr>
            <a:lvl8pPr algn="r">
              <a:defRPr sz="1200" b="0">
                <a:solidFill>
                  <a:srgbClr val="777777"/>
                </a:solidFill>
                <a:latin typeface="Arial Unicode MS"/>
                <a:ea typeface="Arial Unicode MS"/>
                <a:cs typeface="Arial Unicode MS"/>
              </a:defRPr>
            </a:lvl8pPr>
            <a:lvl9pPr algn="r">
              <a:defRPr sz="1200" b="0">
                <a:solidFill>
                  <a:srgbClr val="777777"/>
                </a:solidFill>
                <a:latin typeface="Arial Unicode MS"/>
                <a:ea typeface="Arial Unicode MS"/>
                <a:cs typeface="Arial Unicode MS"/>
              </a:defRPr>
            </a:lvl9pPr>
          </a:lstStyle>
          <a:p xmlns:a="http://schemas.openxmlformats.org/drawingml/2006/main">
            <a:pPr algn="r">
              <a:defRPr sz="1200" b="0">
                <a:solidFill>
                  <a:srgbClr val="777777"/>
                </a:solidFill>
                <a:latin typeface="Arial Unicode MS"/>
                <a:ea typeface="Arial Unicode MS"/>
                <a:cs typeface="Arial Unicode MS"/>
              </a:defRPr>
            </a:pPr>
            <a:r>
              <a:rPr sz="1200" b="0">
                <a:solidFill>
                  <a:srgbClr val="777777"/>
                </a:solidFill>
                <a:latin typeface="Arial Unicode MS"/>
                <a:ea typeface="Arial Unicode MS"/>
                <a:cs typeface="Arial Unicode MS"/>
              </a:rPr>
              <a:t>9 / 16</a:t>
            </a:r>
          </a:p>
        </p:txBody>
      </p:sp>
      <p:graphicFrame>
        <p:nvGraphicFramePr>
          <p:cNvPr id="11" name="">
            <a:extLst xmlns:a="http://schemas.openxmlformats.org/drawingml/2006/main">
              <a:ext uri="{FF2B5EF4-FFF2-40B4-BE49-F238E27FC236}">
                <a16:creationId xmlns:a16="http://schemas.microsoft.com/office/drawing/2014/main" id="{F073C959-5C8F-4861-8D61-18FA793A1DA7}"/>
              </a:ext>
            </a:extLst>
          </p:cNvPr>
          <p:cNvGraphicFramePr/>
          <p:nvPr/>
        </p:nvGraphicFramePr>
        <p:xfrm>
          <a:off xmlns:a="http://schemas.openxmlformats.org/drawingml/2006/main" x="1952625" y="2333625"/>
          <a:ext xmlns:a="http://schemas.openxmlformats.org/drawingml/2006/main" cx="8953500" cy="3048000"/>
        </p:xfrm>
        <a:graphic xmlns:a="http://schemas.openxmlformats.org/drawingml/2006/main">
          <a:graphicData uri="http://schemas.openxmlformats.org/drawingml/2006/table">
            <a:tbl>
              <a:tblPr/>
              <a:tblGrid>
                <a:gridCol w="1857375"/>
                <a:gridCol w="1905000"/>
                <a:gridCol w="1809750"/>
                <a:gridCol w="1952625"/>
                <a:gridCol w="1428750"/>
              </a:tblGrid>
              <a:tr h="609600">
                <a:tc>
                  <a:txBody>
                    <a:bodyPr wrap="square" lIns="85725" tIns="85725" rIns="85725" bIns="85725">
                      <a:noAutofit/>
                    </a:bodyPr>
                    <a:lstStyle/>
                    <a:p>
                      <a:pPr algn="l"/>
                      <a:r>
                        <a:rPr sz="1875" b="1">
                          <a:solidFill>
                            <a:srgbClr val="FFFFFF"/>
                          </a:solidFill>
                          <a:latin typeface="Arial Unicode MS"/>
                          <a:ea typeface="Arial Unicode MS"/>
                          <a:cs typeface="Arial Unicode MS"/>
                        </a:rPr>
                        <a:t>Method</a:t>
                      </a:r>
                    </a:p>
                  </a:txBody>
                  <a:tcPr marL="91440" marR="91440" marT="45720" marB="45720" anchor="ctr">
                    <a:lnL w="9525">
                      <a:solidFill>
                        <a:srgbClr val="D5D5E0"/>
                      </a:solidFill>
                      <a:prstDash val="solid"/>
                    </a:lnL>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875" b="1">
                          <a:solidFill>
                            <a:srgbClr val="FFFFFF"/>
                          </a:solidFill>
                          <a:latin typeface="Arial Unicode MS"/>
                          <a:ea typeface="Arial Unicode MS"/>
                          <a:cs typeface="Arial Unicode MS"/>
                        </a:rPr>
                        <a:t>Reasoning</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875" b="1">
                          <a:solidFill>
                            <a:srgbClr val="FFFFFF"/>
                          </a:solidFill>
                          <a:latin typeface="Arial Unicode MS"/>
                          <a:ea typeface="Arial Unicode MS"/>
                          <a:cs typeface="Arial Unicode MS"/>
                        </a:rPr>
                        <a:t>Reserve</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875" b="1">
                          <a:solidFill>
                            <a:srgbClr val="FFFFFF"/>
                          </a:solidFill>
                          <a:latin typeface="Arial Unicode MS"/>
                          <a:ea typeface="Arial Unicode MS"/>
                          <a:cs typeface="Arial Unicode MS"/>
                        </a:rPr>
                        <a:t>Keep recent</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875" b="1">
                          <a:solidFill>
                            <a:srgbClr val="FFFFFF"/>
                          </a:solidFill>
                          <a:latin typeface="Arial Unicode MS"/>
                          <a:ea typeface="Arial Unicode MS"/>
                          <a:cs typeface="Arial Unicode MS"/>
                        </a:rPr>
                        <a:t>Score</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r>
              <a:tr h="609600">
                <a:tc>
                  <a:txBody>
                    <a:bodyPr wrap="square" lIns="85725" tIns="85725" rIns="85725" bIns="85725">
                      <a:noAutofit/>
                    </a:bodyPr>
                    <a:lstStyle/>
                    <a:p>
                      <a:pPr algn="l"/>
                      <a:r>
                        <a:rPr sz="1875" b="0">
                          <a:solidFill>
                            <a:srgbClr val="111111"/>
                          </a:solidFill>
                          <a:latin typeface="Arial Unicode MS"/>
                          <a:ea typeface="Arial Unicode MS"/>
                          <a:cs typeface="Arial Unicode MS"/>
                        </a:rPr>
                        <a:t>Default</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medium</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16,384</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20,000</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3/8*</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r h="609600">
                <a:tc>
                  <a:txBody>
                    <a:bodyPr wrap="square" lIns="85725" tIns="85725" rIns="85725" bIns="85725">
                      <a:noAutofit/>
                    </a:bodyPr>
                    <a:lstStyle/>
                    <a:p>
                      <a:pPr algn="l"/>
                      <a:r>
                        <a:rPr sz="1875" b="0">
                          <a:solidFill>
                            <a:srgbClr val="111111"/>
                          </a:solidFill>
                          <a:latin typeface="Arial Unicode MS"/>
                          <a:ea typeface="Arial Unicode MS"/>
                          <a:cs typeface="Arial Unicode MS"/>
                        </a:rPr>
                        <a:t>Random</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low</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16,384</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10,000</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2/8</a:t>
                      </a:r>
                    </a:p>
                  </a:txBody>
                  <a:tcPr marL="91440" marR="91440" marT="45720" marB="45720" anchor="ctr">
                    <a:lnR w="9525">
                      <a:solidFill>
                        <a:srgbClr val="D5D5E0"/>
                      </a:solidFill>
                      <a:prstDash val="solid"/>
                    </a:lnR>
                    <a:lnB w="9525">
                      <a:solidFill>
                        <a:srgbClr val="D5D5E0"/>
                      </a:solidFill>
                      <a:prstDash val="solid"/>
                    </a:lnB>
                    <a:solidFill>
                      <a:srgbClr val="F3F3F8"/>
                    </a:solidFill>
                  </a:tcPr>
                </a:tc>
              </a:tr>
              <a:tr h="609600">
                <a:tc>
                  <a:txBody>
                    <a:bodyPr wrap="square" lIns="85725" tIns="85725" rIns="85725" bIns="85725">
                      <a:noAutofit/>
                    </a:bodyPr>
                    <a:lstStyle/>
                    <a:p>
                      <a:pPr algn="l"/>
                      <a:r>
                        <a:rPr sz="1875" b="0">
                          <a:solidFill>
                            <a:srgbClr val="111111"/>
                          </a:solidFill>
                          <a:latin typeface="Arial Unicode MS"/>
                          <a:ea typeface="Arial Unicode MS"/>
                          <a:cs typeface="Arial Unicode MS"/>
                        </a:rPr>
                        <a:t>BO</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medium</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16,384</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4,000</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3/8</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r h="609600">
                <a:tc>
                  <a:txBody>
                    <a:bodyPr wrap="square" lIns="85725" tIns="85725" rIns="85725" bIns="85725">
                      <a:noAutofit/>
                    </a:bodyPr>
                    <a:lstStyle/>
                    <a:p>
                      <a:pPr algn="l"/>
                      <a:r>
                        <a:rPr sz="1875" b="0">
                          <a:solidFill>
                            <a:srgbClr val="111111"/>
                          </a:solidFill>
                          <a:latin typeface="Arial Unicode MS"/>
                          <a:ea typeface="Arial Unicode MS"/>
                          <a:cs typeface="Arial Unicode MS"/>
                        </a:rPr>
                        <a:t>IGBS</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medium</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16,384</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4,000</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5/8</a:t>
                      </a:r>
                    </a:p>
                  </a:txBody>
                  <a:tcPr marL="91440" marR="91440" marT="45720" marB="45720" anchor="ctr">
                    <a:lnR w="9525">
                      <a:solidFill>
                        <a:srgbClr val="D5D5E0"/>
                      </a:solidFill>
                      <a:prstDash val="solid"/>
                    </a:lnR>
                    <a:lnB w="9525">
                      <a:solidFill>
                        <a:srgbClr val="D5D5E0"/>
                      </a:solidFill>
                      <a:prstDash val="solid"/>
                    </a:lnB>
                    <a:solidFill>
                      <a:srgbClr val="F3F3F8"/>
                    </a:solidFill>
                  </a:tcPr>
                </a:tc>
              </a:tr>
            </a:tbl>
          </a:graphicData>
        </a:graphic>
      </p:graphicFrame>
      <p:sp>
        <p:nvSpPr>
          <p:cNvPr id="12" name="">
            <a:extLst xmlns:a="http://schemas.openxmlformats.org/drawingml/2006/main">
              <a:ext uri="{FF2B5EF4-FFF2-40B4-BE49-F238E27FC236}">
                <a16:creationId xmlns:a16="http://schemas.microsoft.com/office/drawing/2014/main" id="{3F6BB0FB-DDF3-4F24-97DC-F269630DDFB8}"/>
              </a:ext>
            </a:extLst>
          </p:cNvPr>
          <p:cNvSpPr>
            <a:spLocks xmlns:a="http://schemas.openxmlformats.org/drawingml/2006/main" noGrp="1"/>
          </p:cNvSpPr>
          <p:nvPr/>
        </p:nvSpPr>
        <p:spPr>
          <a:xfrm xmlns:a="http://schemas.openxmlformats.org/drawingml/2006/main">
            <a:off x="2047875" y="5762625"/>
            <a:ext cx="885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3333B2"/>
                </a:solidFill>
                <a:latin typeface="Arial Unicode MS"/>
                <a:ea typeface="Arial Unicode MS"/>
                <a:cs typeface="Arial Unicode MS"/>
              </a:defRPr>
            </a:defPPr>
            <a:lvl1pPr algn="l">
              <a:defRPr sz="2175" b="0">
                <a:solidFill>
                  <a:srgbClr val="3333B2"/>
                </a:solidFill>
                <a:latin typeface="Arial Unicode MS"/>
                <a:ea typeface="Arial Unicode MS"/>
                <a:cs typeface="Arial Unicode MS"/>
              </a:defRPr>
            </a:lvl1pPr>
            <a:lvl2pPr algn="l">
              <a:defRPr sz="2175" b="0">
                <a:solidFill>
                  <a:srgbClr val="3333B2"/>
                </a:solidFill>
                <a:latin typeface="Arial Unicode MS"/>
                <a:ea typeface="Arial Unicode MS"/>
                <a:cs typeface="Arial Unicode MS"/>
              </a:defRPr>
            </a:lvl2pPr>
            <a:lvl3pPr algn="l">
              <a:defRPr sz="2175" b="0">
                <a:solidFill>
                  <a:srgbClr val="3333B2"/>
                </a:solidFill>
                <a:latin typeface="Arial Unicode MS"/>
                <a:ea typeface="Arial Unicode MS"/>
                <a:cs typeface="Arial Unicode MS"/>
              </a:defRPr>
            </a:lvl3pPr>
            <a:lvl4pPr algn="l">
              <a:defRPr sz="2175" b="0">
                <a:solidFill>
                  <a:srgbClr val="3333B2"/>
                </a:solidFill>
                <a:latin typeface="Arial Unicode MS"/>
                <a:ea typeface="Arial Unicode MS"/>
                <a:cs typeface="Arial Unicode MS"/>
              </a:defRPr>
            </a:lvl4pPr>
            <a:lvl5pPr algn="l">
              <a:defRPr sz="2175" b="0">
                <a:solidFill>
                  <a:srgbClr val="3333B2"/>
                </a:solidFill>
                <a:latin typeface="Arial Unicode MS"/>
                <a:ea typeface="Arial Unicode MS"/>
                <a:cs typeface="Arial Unicode MS"/>
              </a:defRPr>
            </a:lvl5pPr>
            <a:lvl6pPr algn="l">
              <a:defRPr sz="2175" b="0">
                <a:solidFill>
                  <a:srgbClr val="3333B2"/>
                </a:solidFill>
                <a:latin typeface="Arial Unicode MS"/>
                <a:ea typeface="Arial Unicode MS"/>
                <a:cs typeface="Arial Unicode MS"/>
              </a:defRPr>
            </a:lvl6pPr>
            <a:lvl7pPr algn="l">
              <a:defRPr sz="2175" b="0">
                <a:solidFill>
                  <a:srgbClr val="3333B2"/>
                </a:solidFill>
                <a:latin typeface="Arial Unicode MS"/>
                <a:ea typeface="Arial Unicode MS"/>
                <a:cs typeface="Arial Unicode MS"/>
              </a:defRPr>
            </a:lvl7pPr>
            <a:lvl8pPr algn="l">
              <a:defRPr sz="2175" b="0">
                <a:solidFill>
                  <a:srgbClr val="3333B2"/>
                </a:solidFill>
                <a:latin typeface="Arial Unicode MS"/>
                <a:ea typeface="Arial Unicode MS"/>
                <a:cs typeface="Arial Unicode MS"/>
              </a:defRPr>
            </a:lvl8pPr>
            <a:lvl9pPr algn="l">
              <a:defRPr sz="2175" b="0">
                <a:solidFill>
                  <a:srgbClr val="3333B2"/>
                </a:solidFill>
                <a:latin typeface="Arial Unicode MS"/>
                <a:ea typeface="Arial Unicode MS"/>
                <a:cs typeface="Arial Unicode MS"/>
              </a:defRPr>
            </a:lvl9pPr>
          </a:lstStyle>
          <a:p xmlns:a="http://schemas.openxmlformats.org/drawingml/2006/main">
            <a:pPr algn="l">
              <a:defRPr sz="2175" b="0">
                <a:solidFill>
                  <a:srgbClr val="3333B2"/>
                </a:solidFill>
                <a:latin typeface="Arial Unicode MS"/>
                <a:ea typeface="Arial Unicode MS"/>
                <a:cs typeface="Arial Unicode MS"/>
              </a:defRPr>
            </a:pPr>
            <a:r>
              <a:rPr sz="2175" b="0">
                <a:solidFill>
                  <a:srgbClr val="3333B2"/>
                </a:solidFill>
                <a:latin typeface="Arial Unicode MS"/>
                <a:ea typeface="Arial Unicode MS"/>
                <a:cs typeface="Arial Unicode MS"/>
              </a:rPr>
              <a:t>BO and IGBS selected the same parameter values,</a:t>
            </a:r>
          </a:p>
          <a:p xmlns:a="http://schemas.openxmlformats.org/drawingml/2006/main">
            <a:pPr algn="l">
              <a:defRPr sz="2175" b="0">
                <a:solidFill>
                  <a:srgbClr val="3333B2"/>
                </a:solidFill>
                <a:latin typeface="Arial Unicode MS"/>
                <a:ea typeface="Arial Unicode MS"/>
                <a:cs typeface="Arial Unicode MS"/>
              </a:defRPr>
            </a:pPr>
            <a:r>
              <a:rPr sz="2175" b="0">
                <a:solidFill>
                  <a:srgbClr val="3333B2"/>
                </a:solidFill>
                <a:latin typeface="Arial Unicode MS"/>
                <a:ea typeface="Arial Unicode MS"/>
                <a:cs typeface="Arial Unicode MS"/>
              </a:rPr>
              <a:t>but obtained 3/8 and 5/8 in separate runs.</a:t>
            </a:r>
          </a:p>
        </p:txBody>
      </p:sp>
      <p:sp>
        <p:nvSpPr>
          <p:cNvPr id="13" name="">
            <a:extLst xmlns:a="http://schemas.openxmlformats.org/drawingml/2006/main">
              <a:ext uri="{FF2B5EF4-FFF2-40B4-BE49-F238E27FC236}">
                <a16:creationId xmlns:a16="http://schemas.microsoft.com/office/drawing/2014/main" id="{49C5489D-B4D8-4141-B3F6-EEAD08EFFA42}"/>
              </a:ext>
            </a:extLst>
          </p:cNvPr>
          <p:cNvSpPr>
            <a:spLocks xmlns:a="http://schemas.openxmlformats.org/drawingml/2006/main" noGrp="1"/>
          </p:cNvSpPr>
          <p:nvPr/>
        </p:nvSpPr>
        <p:spPr>
          <a:xfrm xmlns:a="http://schemas.openxmlformats.org/drawingml/2006/main">
            <a:off x="2047875" y="6810375"/>
            <a:ext cx="885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11111"/>
                </a:solidFill>
                <a:latin typeface="Arial Unicode MS"/>
                <a:ea typeface="Arial Unicode MS"/>
                <a:cs typeface="Arial Unicode MS"/>
              </a:defRPr>
            </a:defPPr>
            <a:lvl1pPr algn="l">
              <a:defRPr sz="1800" b="0">
                <a:solidFill>
                  <a:srgbClr val="111111"/>
                </a:solidFill>
                <a:latin typeface="Arial Unicode MS"/>
                <a:ea typeface="Arial Unicode MS"/>
                <a:cs typeface="Arial Unicode MS"/>
              </a:defRPr>
            </a:lvl1pPr>
            <a:lvl2pPr algn="l">
              <a:defRPr sz="1800" b="0">
                <a:solidFill>
                  <a:srgbClr val="111111"/>
                </a:solidFill>
                <a:latin typeface="Arial Unicode MS"/>
                <a:ea typeface="Arial Unicode MS"/>
                <a:cs typeface="Arial Unicode MS"/>
              </a:defRPr>
            </a:lvl2pPr>
            <a:lvl3pPr algn="l">
              <a:defRPr sz="1800" b="0">
                <a:solidFill>
                  <a:srgbClr val="111111"/>
                </a:solidFill>
                <a:latin typeface="Arial Unicode MS"/>
                <a:ea typeface="Arial Unicode MS"/>
                <a:cs typeface="Arial Unicode MS"/>
              </a:defRPr>
            </a:lvl3pPr>
            <a:lvl4pPr algn="l">
              <a:defRPr sz="1800" b="0">
                <a:solidFill>
                  <a:srgbClr val="111111"/>
                </a:solidFill>
                <a:latin typeface="Arial Unicode MS"/>
                <a:ea typeface="Arial Unicode MS"/>
                <a:cs typeface="Arial Unicode MS"/>
              </a:defRPr>
            </a:lvl4pPr>
            <a:lvl5pPr algn="l">
              <a:defRPr sz="1800" b="0">
                <a:solidFill>
                  <a:srgbClr val="111111"/>
                </a:solidFill>
                <a:latin typeface="Arial Unicode MS"/>
                <a:ea typeface="Arial Unicode MS"/>
                <a:cs typeface="Arial Unicode MS"/>
              </a:defRPr>
            </a:lvl5pPr>
            <a:lvl6pPr algn="l">
              <a:defRPr sz="1800" b="0">
                <a:solidFill>
                  <a:srgbClr val="111111"/>
                </a:solidFill>
                <a:latin typeface="Arial Unicode MS"/>
                <a:ea typeface="Arial Unicode MS"/>
                <a:cs typeface="Arial Unicode MS"/>
              </a:defRPr>
            </a:lvl6pPr>
            <a:lvl7pPr algn="l">
              <a:defRPr sz="1800" b="0">
                <a:solidFill>
                  <a:srgbClr val="111111"/>
                </a:solidFill>
                <a:latin typeface="Arial Unicode MS"/>
                <a:ea typeface="Arial Unicode MS"/>
                <a:cs typeface="Arial Unicode MS"/>
              </a:defRPr>
            </a:lvl7pPr>
            <a:lvl8pPr algn="l">
              <a:defRPr sz="1800" b="0">
                <a:solidFill>
                  <a:srgbClr val="111111"/>
                </a:solidFill>
                <a:latin typeface="Arial Unicode MS"/>
                <a:ea typeface="Arial Unicode MS"/>
                <a:cs typeface="Arial Unicode MS"/>
              </a:defRPr>
            </a:lvl8pPr>
            <a:lvl9pPr algn="l">
              <a:defRPr sz="1800" b="0">
                <a:solidFill>
                  <a:srgbClr val="111111"/>
                </a:solidFill>
                <a:latin typeface="Arial Unicode MS"/>
                <a:ea typeface="Arial Unicode MS"/>
                <a:cs typeface="Arial Unicode MS"/>
              </a:defRPr>
            </a:lvl9pPr>
          </a:lstStyle>
          <a:p xmlns:a="http://schemas.openxmlformats.org/drawingml/2006/main">
            <a:pPr algn="l">
              <a:defRPr sz="1800" b="0">
                <a:solidFill>
                  <a:srgbClr val="111111"/>
                </a:solidFill>
                <a:latin typeface="Arial Unicode MS"/>
                <a:ea typeface="Arial Unicode MS"/>
                <a:cs typeface="Arial Unicode MS"/>
              </a:defRPr>
            </a:pPr>
            <a:r>
              <a:rPr sz="1800" b="0">
                <a:solidFill>
                  <a:srgbClr val="111111"/>
                </a:solidFill>
                <a:latin typeface="Arial Unicode MS"/>
                <a:ea typeface="Arial Unicode MS"/>
                <a:cs typeface="Arial Unicode MS"/>
              </a:rPr>
              <a:t>* Default includes one predeclared exception penalty.</a:t>
            </a:r>
          </a:p>
          <a:p xmlns:a="http://schemas.openxmlformats.org/drawingml/2006/main">
            <a:pPr algn="l">
              <a:defRPr sz="1800" b="0">
                <a:solidFill>
                  <a:srgbClr val="111111"/>
                </a:solidFill>
                <a:latin typeface="Arial Unicode MS"/>
                <a:ea typeface="Arial Unicode MS"/>
                <a:cs typeface="Arial Unicode MS"/>
              </a:defRPr>
            </a:pPr>
            <a:r>
              <a:rPr sz="1800" b="0">
                <a:solidFill>
                  <a:srgbClr val="111111"/>
                </a:solidFill>
                <a:latin typeface="Arial Unicode MS"/>
                <a:ea typeface="Arial Unicode MS"/>
                <a:cs typeface="Arial Unicode MS"/>
              </a:rPr>
              <a:t>All four selections froze at 11:14 HKT before testing.</a:t>
            </a:r>
          </a:p>
          <a:p xmlns:a="http://schemas.openxmlformats.org/drawingml/2006/main">
            <a:pPr algn="l">
              <a:defRPr sz="1800" b="0">
                <a:solidFill>
                  <a:srgbClr val="111111"/>
                </a:solidFill>
                <a:latin typeface="Arial Unicode MS"/>
                <a:ea typeface="Arial Unicode MS"/>
                <a:cs typeface="Arial Unicode MS"/>
              </a:defRPr>
            </a:pPr>
            <a:r>
              <a:rPr sz="1800" b="0">
                <a:solidFill>
                  <a:srgbClr val="111111"/>
                </a:solidFill>
                <a:latin typeface="Arial Unicode MS"/>
                <a:ea typeface="Arial Unicode MS"/>
                <a:cs typeface="Arial Unicode MS"/>
              </a:rPr>
              <a:t>The score difference does not establish algorithm superiority.</a:t>
            </a:r>
          </a:p>
        </p:txBody>
      </p:sp>
    </p:spTree>
    <p:extLst>
      <p:ext uri="{BB962C8B-B14F-4D97-AF65-F5344CB8AC3E}">
        <p14:creationId xmlns:p14="http://schemas.microsoft.com/office/powerpoint/2010/main" val="121795013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7928CC5-0E10-492A-9C86-C1B987189111}"/>
              </a:ext>
            </a:extLst>
          </p:cNvPr>
          <p:cNvSpPr>
            <a:spLocks xmlns:a="http://schemas.openxmlformats.org/drawingml/2006/main" noGrp="1"/>
          </p:cNvSpPr>
          <p:nvPr/>
        </p:nvSpPr>
        <p:spPr>
          <a:xfrm xmlns:a="http://schemas.openxmlformats.org/drawingml/2006/main">
            <a:off x="0" y="0"/>
            <a:ext cx="11430000" cy="142875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23B46F0-6AE7-4526-9AA4-D035F3265D4F}"/>
              </a:ext>
            </a:extLst>
          </p:cNvPr>
          <p:cNvSpPr>
            <a:spLocks xmlns:a="http://schemas.openxmlformats.org/drawingml/2006/main" noGrp="1"/>
          </p:cNvSpPr>
          <p:nvPr/>
        </p:nvSpPr>
        <p:spPr>
          <a:xfrm xmlns:a="http://schemas.openxmlformats.org/drawingml/2006/main">
            <a:off x="0" y="0"/>
            <a:ext cx="1428750" cy="857250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F82F41B-D941-4AE1-A30B-0B626DC75027}"/>
              </a:ext>
            </a:extLst>
          </p:cNvPr>
          <p:cNvSpPr>
            <a:spLocks xmlns:a="http://schemas.openxmlformats.org/drawingml/2006/main" noGrp="1"/>
          </p:cNvSpPr>
          <p:nvPr/>
        </p:nvSpPr>
        <p:spPr>
          <a:xfrm xmlns:a="http://schemas.openxmlformats.org/drawingml/2006/main">
            <a:off x="0" y="0"/>
            <a:ext cx="1428750" cy="1428750"/>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25A6B4F-3389-4352-9157-D510DCAAE378}"/>
              </a:ext>
            </a:extLst>
          </p:cNvPr>
          <p:cNvSpPr>
            <a:spLocks xmlns:a="http://schemas.openxmlformats.org/drawingml/2006/main" noGrp="1"/>
          </p:cNvSpPr>
          <p:nvPr/>
        </p:nvSpPr>
        <p:spPr>
          <a:xfrm xmlns:a="http://schemas.openxmlformats.org/drawingml/2006/main">
            <a:off x="1952625" y="333375"/>
            <a:ext cx="895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FFFFFF"/>
                </a:solidFill>
                <a:latin typeface="Arial Unicode MS"/>
                <a:ea typeface="Arial Unicode MS"/>
                <a:cs typeface="Arial Unicode MS"/>
              </a:defRPr>
            </a:defPPr>
            <a:lvl1pPr algn="l">
              <a:defRPr sz="2625" b="0">
                <a:solidFill>
                  <a:srgbClr val="FFFFFF"/>
                </a:solidFill>
                <a:latin typeface="Arial Unicode MS"/>
                <a:ea typeface="Arial Unicode MS"/>
                <a:cs typeface="Arial Unicode MS"/>
              </a:defRPr>
            </a:lvl1pPr>
            <a:lvl2pPr algn="l">
              <a:defRPr sz="2625" b="0">
                <a:solidFill>
                  <a:srgbClr val="FFFFFF"/>
                </a:solidFill>
                <a:latin typeface="Arial Unicode MS"/>
                <a:ea typeface="Arial Unicode MS"/>
                <a:cs typeface="Arial Unicode MS"/>
              </a:defRPr>
            </a:lvl2pPr>
            <a:lvl3pPr algn="l">
              <a:defRPr sz="2625" b="0">
                <a:solidFill>
                  <a:srgbClr val="FFFFFF"/>
                </a:solidFill>
                <a:latin typeface="Arial Unicode MS"/>
                <a:ea typeface="Arial Unicode MS"/>
                <a:cs typeface="Arial Unicode MS"/>
              </a:defRPr>
            </a:lvl3pPr>
            <a:lvl4pPr algn="l">
              <a:defRPr sz="2625" b="0">
                <a:solidFill>
                  <a:srgbClr val="FFFFFF"/>
                </a:solidFill>
                <a:latin typeface="Arial Unicode MS"/>
                <a:ea typeface="Arial Unicode MS"/>
                <a:cs typeface="Arial Unicode MS"/>
              </a:defRPr>
            </a:lvl4pPr>
            <a:lvl5pPr algn="l">
              <a:defRPr sz="2625" b="0">
                <a:solidFill>
                  <a:srgbClr val="FFFFFF"/>
                </a:solidFill>
                <a:latin typeface="Arial Unicode MS"/>
                <a:ea typeface="Arial Unicode MS"/>
                <a:cs typeface="Arial Unicode MS"/>
              </a:defRPr>
            </a:lvl5pPr>
            <a:lvl6pPr algn="l">
              <a:defRPr sz="2625" b="0">
                <a:solidFill>
                  <a:srgbClr val="FFFFFF"/>
                </a:solidFill>
                <a:latin typeface="Arial Unicode MS"/>
                <a:ea typeface="Arial Unicode MS"/>
                <a:cs typeface="Arial Unicode MS"/>
              </a:defRPr>
            </a:lvl6pPr>
            <a:lvl7pPr algn="l">
              <a:defRPr sz="2625" b="0">
                <a:solidFill>
                  <a:srgbClr val="FFFFFF"/>
                </a:solidFill>
                <a:latin typeface="Arial Unicode MS"/>
                <a:ea typeface="Arial Unicode MS"/>
                <a:cs typeface="Arial Unicode MS"/>
              </a:defRPr>
            </a:lvl7pPr>
            <a:lvl8pPr algn="l">
              <a:defRPr sz="2625" b="0">
                <a:solidFill>
                  <a:srgbClr val="FFFFFF"/>
                </a:solidFill>
                <a:latin typeface="Arial Unicode MS"/>
                <a:ea typeface="Arial Unicode MS"/>
                <a:cs typeface="Arial Unicode MS"/>
              </a:defRPr>
            </a:lvl8pPr>
            <a:lvl9pPr algn="l">
              <a:defRPr sz="2625" b="0">
                <a:solidFill>
                  <a:srgbClr val="FFFFFF"/>
                </a:solidFill>
                <a:latin typeface="Arial Unicode MS"/>
                <a:ea typeface="Arial Unicode MS"/>
                <a:cs typeface="Arial Unicode MS"/>
              </a:defRPr>
            </a:lvl9pPr>
          </a:lstStyle>
          <a:p xmlns:a="http://schemas.openxmlformats.org/drawingml/2006/main">
            <a:pPr algn="l">
              <a:defRPr sz="2625" b="0">
                <a:solidFill>
                  <a:srgbClr val="FFFFFF"/>
                </a:solidFill>
                <a:latin typeface="Arial Unicode MS"/>
                <a:ea typeface="Arial Unicode MS"/>
                <a:cs typeface="Arial Unicode MS"/>
              </a:defRPr>
            </a:pPr>
            <a:r>
              <a:rPr sz="2625" b="0">
                <a:solidFill>
                  <a:srgbClr val="FFFFFF"/>
                </a:solidFill>
                <a:latin typeface="Arial Unicode MS"/>
                <a:ea typeface="Arial Unicode MS"/>
                <a:cs typeface="Arial Unicode MS"/>
              </a:rPr>
              <a:t>Comparison over common budget support</a:t>
            </a:r>
          </a:p>
        </p:txBody>
      </p:sp>
      <p:sp>
        <p:nvSpPr>
          <p:cNvPr id="6" name="">
            <a:extLst xmlns:a="http://schemas.openxmlformats.org/drawingml/2006/main">
              <a:ext uri="{FF2B5EF4-FFF2-40B4-BE49-F238E27FC236}">
                <a16:creationId xmlns:a16="http://schemas.microsoft.com/office/drawing/2014/main" id="{AA60F61F-0B5C-4936-9C50-7B56C472BC65}"/>
              </a:ext>
            </a:extLst>
          </p:cNvPr>
          <p:cNvSpPr>
            <a:spLocks xmlns:a="http://schemas.openxmlformats.org/drawingml/2006/main" noGrp="1"/>
          </p:cNvSpPr>
          <p:nvPr/>
        </p:nvSpPr>
        <p:spPr>
          <a:xfrm xmlns:a="http://schemas.openxmlformats.org/drawingml/2006/main">
            <a:off x="114300" y="27622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Problem</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design</a:t>
            </a:r>
          </a:p>
        </p:txBody>
      </p:sp>
      <p:sp>
        <p:nvSpPr>
          <p:cNvPr id="7" name="">
            <a:extLst xmlns:a="http://schemas.openxmlformats.org/drawingml/2006/main">
              <a:ext uri="{FF2B5EF4-FFF2-40B4-BE49-F238E27FC236}">
                <a16:creationId xmlns:a16="http://schemas.microsoft.com/office/drawing/2014/main" id="{199CC3F0-3ECC-4E5B-BFC9-E546F88021D8}"/>
              </a:ext>
            </a:extLst>
          </p:cNvPr>
          <p:cNvSpPr>
            <a:spLocks xmlns:a="http://schemas.openxmlformats.org/drawingml/2006/main" noGrp="1"/>
          </p:cNvSpPr>
          <p:nvPr/>
        </p:nvSpPr>
        <p:spPr>
          <a:xfrm xmlns:a="http://schemas.openxmlformats.org/drawingml/2006/main">
            <a:off x="114300" y="37909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Search</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methods</a:t>
            </a:r>
          </a:p>
        </p:txBody>
      </p:sp>
      <p:sp>
        <p:nvSpPr>
          <p:cNvPr id="8" name="">
            <a:extLst xmlns:a="http://schemas.openxmlformats.org/drawingml/2006/main">
              <a:ext uri="{FF2B5EF4-FFF2-40B4-BE49-F238E27FC236}">
                <a16:creationId xmlns:a16="http://schemas.microsoft.com/office/drawing/2014/main" id="{688AAC33-67B7-40B4-B637-23A0432C5404}"/>
              </a:ext>
            </a:extLst>
          </p:cNvPr>
          <p:cNvSpPr>
            <a:spLocks xmlns:a="http://schemas.openxmlformats.org/drawingml/2006/main" noGrp="1"/>
          </p:cNvSpPr>
          <p:nvPr/>
        </p:nvSpPr>
        <p:spPr>
          <a:xfrm xmlns:a="http://schemas.openxmlformats.org/drawingml/2006/main">
            <a:off x="114300" y="48196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FFFFFF"/>
                </a:solidFill>
                <a:latin typeface="Arial Unicode MS"/>
                <a:ea typeface="Arial Unicode MS"/>
                <a:cs typeface="Arial Unicode MS"/>
              </a:defRPr>
            </a:defPPr>
            <a:lvl1pPr algn="l">
              <a:defRPr sz="1200" b="0">
                <a:solidFill>
                  <a:srgbClr val="FFFFFF"/>
                </a:solidFill>
                <a:latin typeface="Arial Unicode MS"/>
                <a:ea typeface="Arial Unicode MS"/>
                <a:cs typeface="Arial Unicode MS"/>
              </a:defRPr>
            </a:lvl1pPr>
            <a:lvl2pPr algn="l">
              <a:defRPr sz="1200" b="0">
                <a:solidFill>
                  <a:srgbClr val="FFFFFF"/>
                </a:solidFill>
                <a:latin typeface="Arial Unicode MS"/>
                <a:ea typeface="Arial Unicode MS"/>
                <a:cs typeface="Arial Unicode MS"/>
              </a:defRPr>
            </a:lvl2pPr>
            <a:lvl3pPr algn="l">
              <a:defRPr sz="1200" b="0">
                <a:solidFill>
                  <a:srgbClr val="FFFFFF"/>
                </a:solidFill>
                <a:latin typeface="Arial Unicode MS"/>
                <a:ea typeface="Arial Unicode MS"/>
                <a:cs typeface="Arial Unicode MS"/>
              </a:defRPr>
            </a:lvl3pPr>
            <a:lvl4pPr algn="l">
              <a:defRPr sz="1200" b="0">
                <a:solidFill>
                  <a:srgbClr val="FFFFFF"/>
                </a:solidFill>
                <a:latin typeface="Arial Unicode MS"/>
                <a:ea typeface="Arial Unicode MS"/>
                <a:cs typeface="Arial Unicode MS"/>
              </a:defRPr>
            </a:lvl4pPr>
            <a:lvl5pPr algn="l">
              <a:defRPr sz="1200" b="0">
                <a:solidFill>
                  <a:srgbClr val="FFFFFF"/>
                </a:solidFill>
                <a:latin typeface="Arial Unicode MS"/>
                <a:ea typeface="Arial Unicode MS"/>
                <a:cs typeface="Arial Unicode MS"/>
              </a:defRPr>
            </a:lvl5pPr>
            <a:lvl6pPr algn="l">
              <a:defRPr sz="1200" b="0">
                <a:solidFill>
                  <a:srgbClr val="FFFFFF"/>
                </a:solidFill>
                <a:latin typeface="Arial Unicode MS"/>
                <a:ea typeface="Arial Unicode MS"/>
                <a:cs typeface="Arial Unicode MS"/>
              </a:defRPr>
            </a:lvl6pPr>
            <a:lvl7pPr algn="l">
              <a:defRPr sz="1200" b="0">
                <a:solidFill>
                  <a:srgbClr val="FFFFFF"/>
                </a:solidFill>
                <a:latin typeface="Arial Unicode MS"/>
                <a:ea typeface="Arial Unicode MS"/>
                <a:cs typeface="Arial Unicode MS"/>
              </a:defRPr>
            </a:lvl7pPr>
            <a:lvl8pPr algn="l">
              <a:defRPr sz="1200" b="0">
                <a:solidFill>
                  <a:srgbClr val="FFFFFF"/>
                </a:solidFill>
                <a:latin typeface="Arial Unicode MS"/>
                <a:ea typeface="Arial Unicode MS"/>
                <a:cs typeface="Arial Unicode MS"/>
              </a:defRPr>
            </a:lvl8pPr>
            <a:lvl9pPr algn="l">
              <a:defRPr sz="1200" b="0">
                <a:solidFill>
                  <a:srgbClr val="FFFFFF"/>
                </a:solidFill>
                <a:latin typeface="Arial Unicode MS"/>
                <a:ea typeface="Arial Unicode MS"/>
                <a:cs typeface="Arial Unicode MS"/>
              </a:defRPr>
            </a:lvl9pPr>
          </a:lstStyle>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Validation</a:t>
            </a:r>
          </a:p>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results</a:t>
            </a:r>
          </a:p>
        </p:txBody>
      </p:sp>
      <p:sp>
        <p:nvSpPr>
          <p:cNvPr id="9" name="">
            <a:extLst xmlns:a="http://schemas.openxmlformats.org/drawingml/2006/main">
              <a:ext uri="{FF2B5EF4-FFF2-40B4-BE49-F238E27FC236}">
                <a16:creationId xmlns:a16="http://schemas.microsoft.com/office/drawing/2014/main" id="{329F35B8-0724-4CFA-A210-359B7DF493FE}"/>
              </a:ext>
            </a:extLst>
          </p:cNvPr>
          <p:cNvSpPr>
            <a:spLocks xmlns:a="http://schemas.openxmlformats.org/drawingml/2006/main" noGrp="1"/>
          </p:cNvSpPr>
          <p:nvPr/>
        </p:nvSpPr>
        <p:spPr>
          <a:xfrm xmlns:a="http://schemas.openxmlformats.org/drawingml/2006/main">
            <a:off x="114300" y="58483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Analysis</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limits</a:t>
            </a:r>
          </a:p>
        </p:txBody>
      </p:sp>
      <p:sp>
        <p:nvSpPr>
          <p:cNvPr id="10" name="">
            <a:extLst xmlns:a="http://schemas.openxmlformats.org/drawingml/2006/main">
              <a:ext uri="{FF2B5EF4-FFF2-40B4-BE49-F238E27FC236}">
                <a16:creationId xmlns:a16="http://schemas.microsoft.com/office/drawing/2014/main" id="{AD900BA8-EE08-4FFC-91B2-24C0FF101DF8}"/>
              </a:ext>
            </a:extLst>
          </p:cNvPr>
          <p:cNvSpPr>
            <a:spLocks xmlns:a="http://schemas.openxmlformats.org/drawingml/2006/main" noGrp="1"/>
          </p:cNvSpPr>
          <p:nvPr/>
        </p:nvSpPr>
        <p:spPr>
          <a:xfrm xmlns:a="http://schemas.openxmlformats.org/drawingml/2006/main">
            <a:off x="10001250" y="80962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777777"/>
                </a:solidFill>
                <a:latin typeface="Arial Unicode MS"/>
                <a:ea typeface="Arial Unicode MS"/>
                <a:cs typeface="Arial Unicode MS"/>
              </a:defRPr>
            </a:defPPr>
            <a:lvl1pPr algn="r">
              <a:defRPr sz="1200" b="0">
                <a:solidFill>
                  <a:srgbClr val="777777"/>
                </a:solidFill>
                <a:latin typeface="Arial Unicode MS"/>
                <a:ea typeface="Arial Unicode MS"/>
                <a:cs typeface="Arial Unicode MS"/>
              </a:defRPr>
            </a:lvl1pPr>
            <a:lvl2pPr algn="r">
              <a:defRPr sz="1200" b="0">
                <a:solidFill>
                  <a:srgbClr val="777777"/>
                </a:solidFill>
                <a:latin typeface="Arial Unicode MS"/>
                <a:ea typeface="Arial Unicode MS"/>
                <a:cs typeface="Arial Unicode MS"/>
              </a:defRPr>
            </a:lvl2pPr>
            <a:lvl3pPr algn="r">
              <a:defRPr sz="1200" b="0">
                <a:solidFill>
                  <a:srgbClr val="777777"/>
                </a:solidFill>
                <a:latin typeface="Arial Unicode MS"/>
                <a:ea typeface="Arial Unicode MS"/>
                <a:cs typeface="Arial Unicode MS"/>
              </a:defRPr>
            </a:lvl3pPr>
            <a:lvl4pPr algn="r">
              <a:defRPr sz="1200" b="0">
                <a:solidFill>
                  <a:srgbClr val="777777"/>
                </a:solidFill>
                <a:latin typeface="Arial Unicode MS"/>
                <a:ea typeface="Arial Unicode MS"/>
                <a:cs typeface="Arial Unicode MS"/>
              </a:defRPr>
            </a:lvl4pPr>
            <a:lvl5pPr algn="r">
              <a:defRPr sz="1200" b="0">
                <a:solidFill>
                  <a:srgbClr val="777777"/>
                </a:solidFill>
                <a:latin typeface="Arial Unicode MS"/>
                <a:ea typeface="Arial Unicode MS"/>
                <a:cs typeface="Arial Unicode MS"/>
              </a:defRPr>
            </a:lvl5pPr>
            <a:lvl6pPr algn="r">
              <a:defRPr sz="1200" b="0">
                <a:solidFill>
                  <a:srgbClr val="777777"/>
                </a:solidFill>
                <a:latin typeface="Arial Unicode MS"/>
                <a:ea typeface="Arial Unicode MS"/>
                <a:cs typeface="Arial Unicode MS"/>
              </a:defRPr>
            </a:lvl6pPr>
            <a:lvl7pPr algn="r">
              <a:defRPr sz="1200" b="0">
                <a:solidFill>
                  <a:srgbClr val="777777"/>
                </a:solidFill>
                <a:latin typeface="Arial Unicode MS"/>
                <a:ea typeface="Arial Unicode MS"/>
                <a:cs typeface="Arial Unicode MS"/>
              </a:defRPr>
            </a:lvl7pPr>
            <a:lvl8pPr algn="r">
              <a:defRPr sz="1200" b="0">
                <a:solidFill>
                  <a:srgbClr val="777777"/>
                </a:solidFill>
                <a:latin typeface="Arial Unicode MS"/>
                <a:ea typeface="Arial Unicode MS"/>
                <a:cs typeface="Arial Unicode MS"/>
              </a:defRPr>
            </a:lvl8pPr>
            <a:lvl9pPr algn="r">
              <a:defRPr sz="1200" b="0">
                <a:solidFill>
                  <a:srgbClr val="777777"/>
                </a:solidFill>
                <a:latin typeface="Arial Unicode MS"/>
                <a:ea typeface="Arial Unicode MS"/>
                <a:cs typeface="Arial Unicode MS"/>
              </a:defRPr>
            </a:lvl9pPr>
          </a:lstStyle>
          <a:p xmlns:a="http://schemas.openxmlformats.org/drawingml/2006/main">
            <a:pPr algn="r">
              <a:defRPr sz="1200" b="0">
                <a:solidFill>
                  <a:srgbClr val="777777"/>
                </a:solidFill>
                <a:latin typeface="Arial Unicode MS"/>
                <a:ea typeface="Arial Unicode MS"/>
                <a:cs typeface="Arial Unicode MS"/>
              </a:defRPr>
            </a:pPr>
            <a:r>
              <a:rPr sz="1200" b="0">
                <a:solidFill>
                  <a:srgbClr val="777777"/>
                </a:solidFill>
                <a:latin typeface="Arial Unicode MS"/>
                <a:ea typeface="Arial Unicode MS"/>
                <a:cs typeface="Arial Unicode MS"/>
              </a:rPr>
              <a:t>10 / 16</a:t>
            </a:r>
          </a:p>
        </p:txBody>
      </p:sp>
      <p:graphicFrame>
        <p:nvGraphicFramePr>
          <p:cNvPr id="11" name="Chart">
            <a:extLst xmlns:a="http://schemas.openxmlformats.org/drawingml/2006/main">
              <a:ext uri="{FF2B5EF4-FFF2-40B4-BE49-F238E27FC236}">
                <a16:creationId xmlns:a16="http://schemas.microsoft.com/office/drawing/2014/main" id="{85910DB4-24AC-4E26-B735-AE7B8CAB4967}"/>
              </a:ext>
            </a:extLst>
          </p:cNvPr>
          <p:cNvGraphicFramePr/>
          <p:nvPr/>
        </p:nvGraphicFramePr>
        <p:xfrm>
          <a:off xmlns:a="http://schemas.openxmlformats.org/drawingml/2006/main" x="1857375" y="2143125"/>
          <a:ext xmlns:a="http://schemas.openxmlformats.org/drawingml/2006/main" cx="4524375" cy="4143375"/>
        </p:xfrm>
        <a:graphic xmlns:a="http://schemas.openxmlformats.org/drawingml/2006/main">
          <a:graphicData uri="http://schemas.openxmlformats.org/drawingml/2006/chart">
            <c:chart xmlns:r="http://schemas.openxmlformats.org/officeDocument/2006/relationships" xmlns:c="http://schemas.openxmlformats.org/drawingml/2006/chart" r:id="R85e3b5544bf54d7e"/>
          </a:graphicData>
        </a:graphic>
      </p:graphicFrame>
      <p:graphicFrame>
        <p:nvGraphicFramePr>
          <p:cNvPr id="12" name="Chart">
            <a:extLst xmlns:a="http://schemas.openxmlformats.org/drawingml/2006/main">
              <a:ext uri="{FF2B5EF4-FFF2-40B4-BE49-F238E27FC236}">
                <a16:creationId xmlns:a16="http://schemas.microsoft.com/office/drawing/2014/main" id="{E249BF36-3260-4BB9-91BE-7E0C7EDE467F}"/>
              </a:ext>
            </a:extLst>
          </p:cNvPr>
          <p:cNvGraphicFramePr/>
          <p:nvPr/>
        </p:nvGraphicFramePr>
        <p:xfrm>
          <a:off xmlns:a="http://schemas.openxmlformats.org/drawingml/2006/main" x="6429375" y="2143125"/>
          <a:ext xmlns:a="http://schemas.openxmlformats.org/drawingml/2006/main" cx="4524375" cy="4143375"/>
        </p:xfrm>
        <a:graphic xmlns:a="http://schemas.openxmlformats.org/drawingml/2006/main">
          <a:graphicData uri="http://schemas.openxmlformats.org/drawingml/2006/chart">
            <c:chart xmlns:r="http://schemas.openxmlformats.org/officeDocument/2006/relationships" xmlns:c="http://schemas.openxmlformats.org/drawingml/2006/chart" r:id="Rea5f314ff80b44b7"/>
          </a:graphicData>
        </a:graphic>
      </p:graphicFrame>
      <p:sp>
        <p:nvSpPr>
          <p:cNvPr id="13" name="">
            <a:extLst xmlns:a="http://schemas.openxmlformats.org/drawingml/2006/main">
              <a:ext uri="{FF2B5EF4-FFF2-40B4-BE49-F238E27FC236}">
                <a16:creationId xmlns:a16="http://schemas.microsoft.com/office/drawing/2014/main" id="{8CD08266-41B5-489B-98CC-D8FB6555E412}"/>
              </a:ext>
            </a:extLst>
          </p:cNvPr>
          <p:cNvSpPr>
            <a:spLocks xmlns:a="http://schemas.openxmlformats.org/drawingml/2006/main" noGrp="1"/>
          </p:cNvSpPr>
          <p:nvPr/>
        </p:nvSpPr>
        <p:spPr>
          <a:xfrm xmlns:a="http://schemas.openxmlformats.org/drawingml/2006/main">
            <a:off x="2047875" y="6572250"/>
            <a:ext cx="885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11111"/>
                </a:solidFill>
                <a:latin typeface="Arial Unicode MS"/>
                <a:ea typeface="Arial Unicode MS"/>
                <a:cs typeface="Arial Unicode MS"/>
              </a:defRPr>
            </a:defPPr>
            <a:lvl1pPr algn="l">
              <a:defRPr sz="1875" b="0">
                <a:solidFill>
                  <a:srgbClr val="111111"/>
                </a:solidFill>
                <a:latin typeface="Arial Unicode MS"/>
                <a:ea typeface="Arial Unicode MS"/>
                <a:cs typeface="Arial Unicode MS"/>
              </a:defRPr>
            </a:lvl1pPr>
            <a:lvl2pPr algn="l">
              <a:defRPr sz="1875" b="0">
                <a:solidFill>
                  <a:srgbClr val="111111"/>
                </a:solidFill>
                <a:latin typeface="Arial Unicode MS"/>
                <a:ea typeface="Arial Unicode MS"/>
                <a:cs typeface="Arial Unicode MS"/>
              </a:defRPr>
            </a:lvl2pPr>
            <a:lvl3pPr algn="l">
              <a:defRPr sz="1875" b="0">
                <a:solidFill>
                  <a:srgbClr val="111111"/>
                </a:solidFill>
                <a:latin typeface="Arial Unicode MS"/>
                <a:ea typeface="Arial Unicode MS"/>
                <a:cs typeface="Arial Unicode MS"/>
              </a:defRPr>
            </a:lvl3pPr>
            <a:lvl4pPr algn="l">
              <a:defRPr sz="1875" b="0">
                <a:solidFill>
                  <a:srgbClr val="111111"/>
                </a:solidFill>
                <a:latin typeface="Arial Unicode MS"/>
                <a:ea typeface="Arial Unicode MS"/>
                <a:cs typeface="Arial Unicode MS"/>
              </a:defRPr>
            </a:lvl4pPr>
            <a:lvl5pPr algn="l">
              <a:defRPr sz="1875" b="0">
                <a:solidFill>
                  <a:srgbClr val="111111"/>
                </a:solidFill>
                <a:latin typeface="Arial Unicode MS"/>
                <a:ea typeface="Arial Unicode MS"/>
                <a:cs typeface="Arial Unicode MS"/>
              </a:defRPr>
            </a:lvl5pPr>
            <a:lvl6pPr algn="l">
              <a:defRPr sz="1875" b="0">
                <a:solidFill>
                  <a:srgbClr val="111111"/>
                </a:solidFill>
                <a:latin typeface="Arial Unicode MS"/>
                <a:ea typeface="Arial Unicode MS"/>
                <a:cs typeface="Arial Unicode MS"/>
              </a:defRPr>
            </a:lvl6pPr>
            <a:lvl7pPr algn="l">
              <a:defRPr sz="1875" b="0">
                <a:solidFill>
                  <a:srgbClr val="111111"/>
                </a:solidFill>
                <a:latin typeface="Arial Unicode MS"/>
                <a:ea typeface="Arial Unicode MS"/>
                <a:cs typeface="Arial Unicode MS"/>
              </a:defRPr>
            </a:lvl7pPr>
            <a:lvl8pPr algn="l">
              <a:defRPr sz="1875" b="0">
                <a:solidFill>
                  <a:srgbClr val="111111"/>
                </a:solidFill>
                <a:latin typeface="Arial Unicode MS"/>
                <a:ea typeface="Arial Unicode MS"/>
                <a:cs typeface="Arial Unicode MS"/>
              </a:defRPr>
            </a:lvl8pPr>
            <a:lvl9pPr algn="l">
              <a:defRPr sz="1875" b="0">
                <a:solidFill>
                  <a:srgbClr val="111111"/>
                </a:solidFill>
                <a:latin typeface="Arial Unicode MS"/>
                <a:ea typeface="Arial Unicode MS"/>
                <a:cs typeface="Arial Unicode MS"/>
              </a:defRPr>
            </a:lvl9pPr>
          </a:lstStyle>
          <a:p xmlns:a="http://schemas.openxmlformats.org/drawingml/2006/main">
            <a:pPr algn="l">
              <a:defRPr sz="1875" b="0">
                <a:solidFill>
                  <a:srgbClr val="111111"/>
                </a:solidFill>
                <a:latin typeface="Arial Unicode MS"/>
                <a:ea typeface="Arial Unicode MS"/>
                <a:cs typeface="Arial Unicode MS"/>
              </a:defRPr>
            </a:pPr>
            <a:r>
              <a:rPr sz="1875" b="0">
                <a:solidFill>
                  <a:srgbClr val="111111"/>
                </a:solidFill>
                <a:latin typeface="Arial Unicode MS"/>
                <a:ea typeface="Arial Unicode MS"/>
                <a:cs typeface="Arial Unicode MS"/>
              </a:rPr>
              <a:t>Including reserves, all three search incumbents are 2/8 here.</a:t>
            </a:r>
          </a:p>
          <a:p xmlns:a="http://schemas.openxmlformats.org/drawingml/2006/main">
            <a:pPr algn="l">
              <a:defRPr sz="1875" b="0">
                <a:solidFill>
                  <a:srgbClr val="111111"/>
                </a:solidFill>
                <a:latin typeface="Arial Unicode MS"/>
                <a:ea typeface="Arial Unicode MS"/>
                <a:cs typeface="Arial Unicode MS"/>
              </a:defRPr>
            </a:pPr>
            <a:r>
              <a:rPr sz="1875" b="0">
                <a:solidFill>
                  <a:srgbClr val="111111"/>
                </a:solidFill>
                <a:latin typeface="Arial Unicode MS"/>
                <a:ea typeface="Arial Unicode MS"/>
                <a:cs typeface="Arial Unicode MS"/>
              </a:rPr>
              <a:t>The known-only axis omits unknown charges.</a:t>
            </a:r>
          </a:p>
          <a:p xmlns:a="http://schemas.openxmlformats.org/drawingml/2006/main">
            <a:pPr algn="l">
              <a:defRPr sz="1875" b="0">
                <a:solidFill>
                  <a:srgbClr val="111111"/>
                </a:solidFill>
                <a:latin typeface="Arial Unicode MS"/>
                <a:ea typeface="Arial Unicode MS"/>
                <a:cs typeface="Arial Unicode MS"/>
              </a:defRPr>
            </a:pPr>
            <a:r>
              <a:rPr sz="1875" b="0">
                <a:solidFill>
                  <a:srgbClr val="111111"/>
                </a:solidFill>
                <a:latin typeface="Arial Unicode MS"/>
                <a:ea typeface="Arial Unicode MS"/>
                <a:cs typeface="Arial Unicode MS"/>
              </a:rPr>
              <a:t>Default is a reference line. Equal caps do not mean equal spend.</a:t>
            </a:r>
          </a:p>
        </p:txBody>
      </p:sp>
    </p:spTree>
    <p:extLst>
      <p:ext uri="{BB962C8B-B14F-4D97-AF65-F5344CB8AC3E}">
        <p14:creationId xmlns:p14="http://schemas.microsoft.com/office/powerpoint/2010/main" val="162779096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B7CE29A-2591-4BCB-8235-7D155CBB82B7}"/>
              </a:ext>
            </a:extLst>
          </p:cNvPr>
          <p:cNvSpPr>
            <a:spLocks xmlns:a="http://schemas.openxmlformats.org/drawingml/2006/main" noGrp="1"/>
          </p:cNvSpPr>
          <p:nvPr/>
        </p:nvSpPr>
        <p:spPr>
          <a:xfrm xmlns:a="http://schemas.openxmlformats.org/drawingml/2006/main">
            <a:off x="0" y="0"/>
            <a:ext cx="11430000" cy="142875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7CBD40C-F5A3-4AC6-AE96-30807A0BE4AE}"/>
              </a:ext>
            </a:extLst>
          </p:cNvPr>
          <p:cNvSpPr>
            <a:spLocks xmlns:a="http://schemas.openxmlformats.org/drawingml/2006/main" noGrp="1"/>
          </p:cNvSpPr>
          <p:nvPr/>
        </p:nvSpPr>
        <p:spPr>
          <a:xfrm xmlns:a="http://schemas.openxmlformats.org/drawingml/2006/main">
            <a:off x="0" y="0"/>
            <a:ext cx="1428750" cy="857250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D6B2143-B645-4B6F-8CD4-616ACC0881FB}"/>
              </a:ext>
            </a:extLst>
          </p:cNvPr>
          <p:cNvSpPr>
            <a:spLocks xmlns:a="http://schemas.openxmlformats.org/drawingml/2006/main" noGrp="1"/>
          </p:cNvSpPr>
          <p:nvPr/>
        </p:nvSpPr>
        <p:spPr>
          <a:xfrm xmlns:a="http://schemas.openxmlformats.org/drawingml/2006/main">
            <a:off x="0" y="0"/>
            <a:ext cx="1428750" cy="1428750"/>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B387BC-1535-46BF-9096-4B39F829CD2A}"/>
              </a:ext>
            </a:extLst>
          </p:cNvPr>
          <p:cNvSpPr>
            <a:spLocks xmlns:a="http://schemas.openxmlformats.org/drawingml/2006/main" noGrp="1"/>
          </p:cNvSpPr>
          <p:nvPr/>
        </p:nvSpPr>
        <p:spPr>
          <a:xfrm xmlns:a="http://schemas.openxmlformats.org/drawingml/2006/main">
            <a:off x="1952625" y="333375"/>
            <a:ext cx="895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FFFFFF"/>
                </a:solidFill>
                <a:latin typeface="Arial Unicode MS"/>
                <a:ea typeface="Arial Unicode MS"/>
                <a:cs typeface="Arial Unicode MS"/>
              </a:defRPr>
            </a:defPPr>
            <a:lvl1pPr algn="l">
              <a:defRPr sz="2625" b="0">
                <a:solidFill>
                  <a:srgbClr val="FFFFFF"/>
                </a:solidFill>
                <a:latin typeface="Arial Unicode MS"/>
                <a:ea typeface="Arial Unicode MS"/>
                <a:cs typeface="Arial Unicode MS"/>
              </a:defRPr>
            </a:lvl1pPr>
            <a:lvl2pPr algn="l">
              <a:defRPr sz="2625" b="0">
                <a:solidFill>
                  <a:srgbClr val="FFFFFF"/>
                </a:solidFill>
                <a:latin typeface="Arial Unicode MS"/>
                <a:ea typeface="Arial Unicode MS"/>
                <a:cs typeface="Arial Unicode MS"/>
              </a:defRPr>
            </a:lvl2pPr>
            <a:lvl3pPr algn="l">
              <a:defRPr sz="2625" b="0">
                <a:solidFill>
                  <a:srgbClr val="FFFFFF"/>
                </a:solidFill>
                <a:latin typeface="Arial Unicode MS"/>
                <a:ea typeface="Arial Unicode MS"/>
                <a:cs typeface="Arial Unicode MS"/>
              </a:defRPr>
            </a:lvl3pPr>
            <a:lvl4pPr algn="l">
              <a:defRPr sz="2625" b="0">
                <a:solidFill>
                  <a:srgbClr val="FFFFFF"/>
                </a:solidFill>
                <a:latin typeface="Arial Unicode MS"/>
                <a:ea typeface="Arial Unicode MS"/>
                <a:cs typeface="Arial Unicode MS"/>
              </a:defRPr>
            </a:lvl4pPr>
            <a:lvl5pPr algn="l">
              <a:defRPr sz="2625" b="0">
                <a:solidFill>
                  <a:srgbClr val="FFFFFF"/>
                </a:solidFill>
                <a:latin typeface="Arial Unicode MS"/>
                <a:ea typeface="Arial Unicode MS"/>
                <a:cs typeface="Arial Unicode MS"/>
              </a:defRPr>
            </a:lvl5pPr>
            <a:lvl6pPr algn="l">
              <a:defRPr sz="2625" b="0">
                <a:solidFill>
                  <a:srgbClr val="FFFFFF"/>
                </a:solidFill>
                <a:latin typeface="Arial Unicode MS"/>
                <a:ea typeface="Arial Unicode MS"/>
                <a:cs typeface="Arial Unicode MS"/>
              </a:defRPr>
            </a:lvl6pPr>
            <a:lvl7pPr algn="l">
              <a:defRPr sz="2625" b="0">
                <a:solidFill>
                  <a:srgbClr val="FFFFFF"/>
                </a:solidFill>
                <a:latin typeface="Arial Unicode MS"/>
                <a:ea typeface="Arial Unicode MS"/>
                <a:cs typeface="Arial Unicode MS"/>
              </a:defRPr>
            </a:lvl7pPr>
            <a:lvl8pPr algn="l">
              <a:defRPr sz="2625" b="0">
                <a:solidFill>
                  <a:srgbClr val="FFFFFF"/>
                </a:solidFill>
                <a:latin typeface="Arial Unicode MS"/>
                <a:ea typeface="Arial Unicode MS"/>
                <a:cs typeface="Arial Unicode MS"/>
              </a:defRPr>
            </a:lvl8pPr>
            <a:lvl9pPr algn="l">
              <a:defRPr sz="2625" b="0">
                <a:solidFill>
                  <a:srgbClr val="FFFFFF"/>
                </a:solidFill>
                <a:latin typeface="Arial Unicode MS"/>
                <a:ea typeface="Arial Unicode MS"/>
                <a:cs typeface="Arial Unicode MS"/>
              </a:defRPr>
            </a:lvl9pPr>
          </a:lstStyle>
          <a:p xmlns:a="http://schemas.openxmlformats.org/drawingml/2006/main">
            <a:pPr algn="l">
              <a:defRPr sz="2625" b="0">
                <a:solidFill>
                  <a:srgbClr val="FFFFFF"/>
                </a:solidFill>
                <a:latin typeface="Arial Unicode MS"/>
                <a:ea typeface="Arial Unicode MS"/>
                <a:cs typeface="Arial Unicode MS"/>
              </a:defRPr>
            </a:pPr>
            <a:r>
              <a:rPr sz="2625" b="0">
                <a:solidFill>
                  <a:srgbClr val="FFFFFF"/>
                </a:solidFill>
                <a:latin typeface="Arial Unicode MS"/>
                <a:ea typeface="Arial Unicode MS"/>
                <a:cs typeface="Arial Unicode MS"/>
              </a:rPr>
              <a:t>Independent held-out testing</a:t>
            </a:r>
          </a:p>
        </p:txBody>
      </p:sp>
      <p:sp>
        <p:nvSpPr>
          <p:cNvPr id="6" name="">
            <a:extLst xmlns:a="http://schemas.openxmlformats.org/drawingml/2006/main">
              <a:ext uri="{FF2B5EF4-FFF2-40B4-BE49-F238E27FC236}">
                <a16:creationId xmlns:a16="http://schemas.microsoft.com/office/drawing/2014/main" id="{FB1187B2-06EA-4742-9A21-1FAE626BAAB4}"/>
              </a:ext>
            </a:extLst>
          </p:cNvPr>
          <p:cNvSpPr>
            <a:spLocks xmlns:a="http://schemas.openxmlformats.org/drawingml/2006/main" noGrp="1"/>
          </p:cNvSpPr>
          <p:nvPr/>
        </p:nvSpPr>
        <p:spPr>
          <a:xfrm xmlns:a="http://schemas.openxmlformats.org/drawingml/2006/main">
            <a:off x="114300" y="27622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Problem</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design</a:t>
            </a:r>
          </a:p>
        </p:txBody>
      </p:sp>
      <p:sp>
        <p:nvSpPr>
          <p:cNvPr id="7" name="">
            <a:extLst xmlns:a="http://schemas.openxmlformats.org/drawingml/2006/main">
              <a:ext uri="{FF2B5EF4-FFF2-40B4-BE49-F238E27FC236}">
                <a16:creationId xmlns:a16="http://schemas.microsoft.com/office/drawing/2014/main" id="{9D405587-6C01-4AC4-B1CC-8C321902A3D7}"/>
              </a:ext>
            </a:extLst>
          </p:cNvPr>
          <p:cNvSpPr>
            <a:spLocks xmlns:a="http://schemas.openxmlformats.org/drawingml/2006/main" noGrp="1"/>
          </p:cNvSpPr>
          <p:nvPr/>
        </p:nvSpPr>
        <p:spPr>
          <a:xfrm xmlns:a="http://schemas.openxmlformats.org/drawingml/2006/main">
            <a:off x="114300" y="37909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Search</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methods</a:t>
            </a:r>
          </a:p>
        </p:txBody>
      </p:sp>
      <p:sp>
        <p:nvSpPr>
          <p:cNvPr id="8" name="">
            <a:extLst xmlns:a="http://schemas.openxmlformats.org/drawingml/2006/main">
              <a:ext uri="{FF2B5EF4-FFF2-40B4-BE49-F238E27FC236}">
                <a16:creationId xmlns:a16="http://schemas.microsoft.com/office/drawing/2014/main" id="{A20DB505-7025-4D76-8C32-1E989F23E0CC}"/>
              </a:ext>
            </a:extLst>
          </p:cNvPr>
          <p:cNvSpPr>
            <a:spLocks xmlns:a="http://schemas.openxmlformats.org/drawingml/2006/main" noGrp="1"/>
          </p:cNvSpPr>
          <p:nvPr/>
        </p:nvSpPr>
        <p:spPr>
          <a:xfrm xmlns:a="http://schemas.openxmlformats.org/drawingml/2006/main">
            <a:off x="114300" y="48196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FFFFFF"/>
                </a:solidFill>
                <a:latin typeface="Arial Unicode MS"/>
                <a:ea typeface="Arial Unicode MS"/>
                <a:cs typeface="Arial Unicode MS"/>
              </a:defRPr>
            </a:defPPr>
            <a:lvl1pPr algn="l">
              <a:defRPr sz="1200" b="0">
                <a:solidFill>
                  <a:srgbClr val="FFFFFF"/>
                </a:solidFill>
                <a:latin typeface="Arial Unicode MS"/>
                <a:ea typeface="Arial Unicode MS"/>
                <a:cs typeface="Arial Unicode MS"/>
              </a:defRPr>
            </a:lvl1pPr>
            <a:lvl2pPr algn="l">
              <a:defRPr sz="1200" b="0">
                <a:solidFill>
                  <a:srgbClr val="FFFFFF"/>
                </a:solidFill>
                <a:latin typeface="Arial Unicode MS"/>
                <a:ea typeface="Arial Unicode MS"/>
                <a:cs typeface="Arial Unicode MS"/>
              </a:defRPr>
            </a:lvl2pPr>
            <a:lvl3pPr algn="l">
              <a:defRPr sz="1200" b="0">
                <a:solidFill>
                  <a:srgbClr val="FFFFFF"/>
                </a:solidFill>
                <a:latin typeface="Arial Unicode MS"/>
                <a:ea typeface="Arial Unicode MS"/>
                <a:cs typeface="Arial Unicode MS"/>
              </a:defRPr>
            </a:lvl3pPr>
            <a:lvl4pPr algn="l">
              <a:defRPr sz="1200" b="0">
                <a:solidFill>
                  <a:srgbClr val="FFFFFF"/>
                </a:solidFill>
                <a:latin typeface="Arial Unicode MS"/>
                <a:ea typeface="Arial Unicode MS"/>
                <a:cs typeface="Arial Unicode MS"/>
              </a:defRPr>
            </a:lvl4pPr>
            <a:lvl5pPr algn="l">
              <a:defRPr sz="1200" b="0">
                <a:solidFill>
                  <a:srgbClr val="FFFFFF"/>
                </a:solidFill>
                <a:latin typeface="Arial Unicode MS"/>
                <a:ea typeface="Arial Unicode MS"/>
                <a:cs typeface="Arial Unicode MS"/>
              </a:defRPr>
            </a:lvl5pPr>
            <a:lvl6pPr algn="l">
              <a:defRPr sz="1200" b="0">
                <a:solidFill>
                  <a:srgbClr val="FFFFFF"/>
                </a:solidFill>
                <a:latin typeface="Arial Unicode MS"/>
                <a:ea typeface="Arial Unicode MS"/>
                <a:cs typeface="Arial Unicode MS"/>
              </a:defRPr>
            </a:lvl6pPr>
            <a:lvl7pPr algn="l">
              <a:defRPr sz="1200" b="0">
                <a:solidFill>
                  <a:srgbClr val="FFFFFF"/>
                </a:solidFill>
                <a:latin typeface="Arial Unicode MS"/>
                <a:ea typeface="Arial Unicode MS"/>
                <a:cs typeface="Arial Unicode MS"/>
              </a:defRPr>
            </a:lvl7pPr>
            <a:lvl8pPr algn="l">
              <a:defRPr sz="1200" b="0">
                <a:solidFill>
                  <a:srgbClr val="FFFFFF"/>
                </a:solidFill>
                <a:latin typeface="Arial Unicode MS"/>
                <a:ea typeface="Arial Unicode MS"/>
                <a:cs typeface="Arial Unicode MS"/>
              </a:defRPr>
            </a:lvl8pPr>
            <a:lvl9pPr algn="l">
              <a:defRPr sz="1200" b="0">
                <a:solidFill>
                  <a:srgbClr val="FFFFFF"/>
                </a:solidFill>
                <a:latin typeface="Arial Unicode MS"/>
                <a:ea typeface="Arial Unicode MS"/>
                <a:cs typeface="Arial Unicode MS"/>
              </a:defRPr>
            </a:lvl9pPr>
          </a:lstStyle>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Validation</a:t>
            </a:r>
          </a:p>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results</a:t>
            </a:r>
          </a:p>
        </p:txBody>
      </p:sp>
      <p:sp>
        <p:nvSpPr>
          <p:cNvPr id="9" name="">
            <a:extLst xmlns:a="http://schemas.openxmlformats.org/drawingml/2006/main">
              <a:ext uri="{FF2B5EF4-FFF2-40B4-BE49-F238E27FC236}">
                <a16:creationId xmlns:a16="http://schemas.microsoft.com/office/drawing/2014/main" id="{67715230-B9E7-4B61-A3A1-1BA46F26E762}"/>
              </a:ext>
            </a:extLst>
          </p:cNvPr>
          <p:cNvSpPr>
            <a:spLocks xmlns:a="http://schemas.openxmlformats.org/drawingml/2006/main" noGrp="1"/>
          </p:cNvSpPr>
          <p:nvPr/>
        </p:nvSpPr>
        <p:spPr>
          <a:xfrm xmlns:a="http://schemas.openxmlformats.org/drawingml/2006/main">
            <a:off x="114300" y="58483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Analysis</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limits</a:t>
            </a:r>
          </a:p>
        </p:txBody>
      </p:sp>
      <p:sp>
        <p:nvSpPr>
          <p:cNvPr id="10" name="">
            <a:extLst xmlns:a="http://schemas.openxmlformats.org/drawingml/2006/main">
              <a:ext uri="{FF2B5EF4-FFF2-40B4-BE49-F238E27FC236}">
                <a16:creationId xmlns:a16="http://schemas.microsoft.com/office/drawing/2014/main" id="{BFE20617-CC04-4178-9BCB-B779EBC108EB}"/>
              </a:ext>
            </a:extLst>
          </p:cNvPr>
          <p:cNvSpPr>
            <a:spLocks xmlns:a="http://schemas.openxmlformats.org/drawingml/2006/main" noGrp="1"/>
          </p:cNvSpPr>
          <p:nvPr/>
        </p:nvSpPr>
        <p:spPr>
          <a:xfrm xmlns:a="http://schemas.openxmlformats.org/drawingml/2006/main">
            <a:off x="10001250" y="80962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777777"/>
                </a:solidFill>
                <a:latin typeface="Arial Unicode MS"/>
                <a:ea typeface="Arial Unicode MS"/>
                <a:cs typeface="Arial Unicode MS"/>
              </a:defRPr>
            </a:defPPr>
            <a:lvl1pPr algn="r">
              <a:defRPr sz="1200" b="0">
                <a:solidFill>
                  <a:srgbClr val="777777"/>
                </a:solidFill>
                <a:latin typeface="Arial Unicode MS"/>
                <a:ea typeface="Arial Unicode MS"/>
                <a:cs typeface="Arial Unicode MS"/>
              </a:defRPr>
            </a:lvl1pPr>
            <a:lvl2pPr algn="r">
              <a:defRPr sz="1200" b="0">
                <a:solidFill>
                  <a:srgbClr val="777777"/>
                </a:solidFill>
                <a:latin typeface="Arial Unicode MS"/>
                <a:ea typeface="Arial Unicode MS"/>
                <a:cs typeface="Arial Unicode MS"/>
              </a:defRPr>
            </a:lvl2pPr>
            <a:lvl3pPr algn="r">
              <a:defRPr sz="1200" b="0">
                <a:solidFill>
                  <a:srgbClr val="777777"/>
                </a:solidFill>
                <a:latin typeface="Arial Unicode MS"/>
                <a:ea typeface="Arial Unicode MS"/>
                <a:cs typeface="Arial Unicode MS"/>
              </a:defRPr>
            </a:lvl3pPr>
            <a:lvl4pPr algn="r">
              <a:defRPr sz="1200" b="0">
                <a:solidFill>
                  <a:srgbClr val="777777"/>
                </a:solidFill>
                <a:latin typeface="Arial Unicode MS"/>
                <a:ea typeface="Arial Unicode MS"/>
                <a:cs typeface="Arial Unicode MS"/>
              </a:defRPr>
            </a:lvl4pPr>
            <a:lvl5pPr algn="r">
              <a:defRPr sz="1200" b="0">
                <a:solidFill>
                  <a:srgbClr val="777777"/>
                </a:solidFill>
                <a:latin typeface="Arial Unicode MS"/>
                <a:ea typeface="Arial Unicode MS"/>
                <a:cs typeface="Arial Unicode MS"/>
              </a:defRPr>
            </a:lvl5pPr>
            <a:lvl6pPr algn="r">
              <a:defRPr sz="1200" b="0">
                <a:solidFill>
                  <a:srgbClr val="777777"/>
                </a:solidFill>
                <a:latin typeface="Arial Unicode MS"/>
                <a:ea typeface="Arial Unicode MS"/>
                <a:cs typeface="Arial Unicode MS"/>
              </a:defRPr>
            </a:lvl6pPr>
            <a:lvl7pPr algn="r">
              <a:defRPr sz="1200" b="0">
                <a:solidFill>
                  <a:srgbClr val="777777"/>
                </a:solidFill>
                <a:latin typeface="Arial Unicode MS"/>
                <a:ea typeface="Arial Unicode MS"/>
                <a:cs typeface="Arial Unicode MS"/>
              </a:defRPr>
            </a:lvl7pPr>
            <a:lvl8pPr algn="r">
              <a:defRPr sz="1200" b="0">
                <a:solidFill>
                  <a:srgbClr val="777777"/>
                </a:solidFill>
                <a:latin typeface="Arial Unicode MS"/>
                <a:ea typeface="Arial Unicode MS"/>
                <a:cs typeface="Arial Unicode MS"/>
              </a:defRPr>
            </a:lvl8pPr>
            <a:lvl9pPr algn="r">
              <a:defRPr sz="1200" b="0">
                <a:solidFill>
                  <a:srgbClr val="777777"/>
                </a:solidFill>
                <a:latin typeface="Arial Unicode MS"/>
                <a:ea typeface="Arial Unicode MS"/>
                <a:cs typeface="Arial Unicode MS"/>
              </a:defRPr>
            </a:lvl9pPr>
          </a:lstStyle>
          <a:p xmlns:a="http://schemas.openxmlformats.org/drawingml/2006/main">
            <a:pPr algn="r">
              <a:defRPr sz="1200" b="0">
                <a:solidFill>
                  <a:srgbClr val="777777"/>
                </a:solidFill>
                <a:latin typeface="Arial Unicode MS"/>
                <a:ea typeface="Arial Unicode MS"/>
                <a:cs typeface="Arial Unicode MS"/>
              </a:defRPr>
            </a:pPr>
            <a:r>
              <a:rPr sz="1200" b="0">
                <a:solidFill>
                  <a:srgbClr val="777777"/>
                </a:solidFill>
                <a:latin typeface="Arial Unicode MS"/>
                <a:ea typeface="Arial Unicode MS"/>
                <a:cs typeface="Arial Unicode MS"/>
              </a:rPr>
              <a:t>11 / 16</a:t>
            </a:r>
          </a:p>
        </p:txBody>
      </p:sp>
      <p:sp>
        <p:nvSpPr>
          <p:cNvPr id="11" name="">
            <a:extLst xmlns:a="http://schemas.openxmlformats.org/drawingml/2006/main">
              <a:ext uri="{FF2B5EF4-FFF2-40B4-BE49-F238E27FC236}">
                <a16:creationId xmlns:a16="http://schemas.microsoft.com/office/drawing/2014/main" id="{51570220-9B7A-43F6-9282-826A191E9CE0}"/>
              </a:ext>
            </a:extLst>
          </p:cNvPr>
          <p:cNvSpPr>
            <a:spLocks xmlns:a="http://schemas.openxmlformats.org/drawingml/2006/main" noGrp="1"/>
          </p:cNvSpPr>
          <p:nvPr/>
        </p:nvSpPr>
        <p:spPr>
          <a:xfrm xmlns:a="http://schemas.openxmlformats.org/drawingml/2006/main">
            <a:off x="2047875" y="1952625"/>
            <a:ext cx="885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11111"/>
                </a:solidFill>
                <a:latin typeface="Arial Unicode MS"/>
                <a:ea typeface="Arial Unicode MS"/>
                <a:cs typeface="Arial Unicode MS"/>
              </a:defRPr>
            </a:defPPr>
            <a:lvl1pPr algn="l">
              <a:defRPr sz="2100" b="0">
                <a:solidFill>
                  <a:srgbClr val="111111"/>
                </a:solidFill>
                <a:latin typeface="Arial Unicode MS"/>
                <a:ea typeface="Arial Unicode MS"/>
                <a:cs typeface="Arial Unicode MS"/>
              </a:defRPr>
            </a:lvl1pPr>
            <a:lvl2pPr algn="l">
              <a:defRPr sz="2100" b="0">
                <a:solidFill>
                  <a:srgbClr val="111111"/>
                </a:solidFill>
                <a:latin typeface="Arial Unicode MS"/>
                <a:ea typeface="Arial Unicode MS"/>
                <a:cs typeface="Arial Unicode MS"/>
              </a:defRPr>
            </a:lvl2pPr>
            <a:lvl3pPr algn="l">
              <a:defRPr sz="2100" b="0">
                <a:solidFill>
                  <a:srgbClr val="111111"/>
                </a:solidFill>
                <a:latin typeface="Arial Unicode MS"/>
                <a:ea typeface="Arial Unicode MS"/>
                <a:cs typeface="Arial Unicode MS"/>
              </a:defRPr>
            </a:lvl3pPr>
            <a:lvl4pPr algn="l">
              <a:defRPr sz="2100" b="0">
                <a:solidFill>
                  <a:srgbClr val="111111"/>
                </a:solidFill>
                <a:latin typeface="Arial Unicode MS"/>
                <a:ea typeface="Arial Unicode MS"/>
                <a:cs typeface="Arial Unicode MS"/>
              </a:defRPr>
            </a:lvl4pPr>
            <a:lvl5pPr algn="l">
              <a:defRPr sz="2100" b="0">
                <a:solidFill>
                  <a:srgbClr val="111111"/>
                </a:solidFill>
                <a:latin typeface="Arial Unicode MS"/>
                <a:ea typeface="Arial Unicode MS"/>
                <a:cs typeface="Arial Unicode MS"/>
              </a:defRPr>
            </a:lvl5pPr>
            <a:lvl6pPr algn="l">
              <a:defRPr sz="2100" b="0">
                <a:solidFill>
                  <a:srgbClr val="111111"/>
                </a:solidFill>
                <a:latin typeface="Arial Unicode MS"/>
                <a:ea typeface="Arial Unicode MS"/>
                <a:cs typeface="Arial Unicode MS"/>
              </a:defRPr>
            </a:lvl6pPr>
            <a:lvl7pPr algn="l">
              <a:defRPr sz="2100" b="0">
                <a:solidFill>
                  <a:srgbClr val="111111"/>
                </a:solidFill>
                <a:latin typeface="Arial Unicode MS"/>
                <a:ea typeface="Arial Unicode MS"/>
                <a:cs typeface="Arial Unicode MS"/>
              </a:defRPr>
            </a:lvl7pPr>
            <a:lvl8pPr algn="l">
              <a:defRPr sz="2100" b="0">
                <a:solidFill>
                  <a:srgbClr val="111111"/>
                </a:solidFill>
                <a:latin typeface="Arial Unicode MS"/>
                <a:ea typeface="Arial Unicode MS"/>
                <a:cs typeface="Arial Unicode MS"/>
              </a:defRPr>
            </a:lvl8pPr>
            <a:lvl9pPr algn="l">
              <a:defRPr sz="2100" b="0">
                <a:solidFill>
                  <a:srgbClr val="111111"/>
                </a:solidFill>
                <a:latin typeface="Arial Unicode MS"/>
                <a:ea typeface="Arial Unicode MS"/>
                <a:cs typeface="Arial Unicode MS"/>
              </a:defRPr>
            </a:lvl9pPr>
          </a:lstStyle>
          <a:p xmlns:a="http://schemas.openxmlformats.org/drawingml/2006/main">
            <a:pPr algn="l">
              <a:defRPr sz="2100" b="0">
                <a:solidFill>
                  <a:srgbClr val="111111"/>
                </a:solidFill>
                <a:latin typeface="Arial Unicode MS"/>
                <a:ea typeface="Arial Unicode MS"/>
                <a:cs typeface="Arial Unicode MS"/>
              </a:defRPr>
            </a:pPr>
            <a:r>
              <a:rPr sz="2100" b="0">
                <a:solidFill>
                  <a:srgbClr val="111111"/>
                </a:solidFill>
                <a:latin typeface="Arial Unicode MS"/>
                <a:ea typeface="Arial Unicode MS"/>
                <a:cs typeface="Arial Unicode MS"/>
              </a:rPr>
              <a:t>All four configurations froze before testing at 11:14 HKT.</a:t>
            </a:r>
          </a:p>
          <a:p xmlns:a="http://schemas.openxmlformats.org/drawingml/2006/main">
            <a:pPr algn="l">
              <a:defRPr sz="2100" b="0">
                <a:solidFill>
                  <a:srgbClr val="111111"/>
                </a:solidFill>
                <a:latin typeface="Arial Unicode MS"/>
                <a:ea typeface="Arial Unicode MS"/>
                <a:cs typeface="Arial Unicode MS"/>
              </a:defRPr>
            </a:pPr>
            <a:r>
              <a:rPr sz="2100" b="0">
                <a:solidFill>
                  <a:srgbClr val="111111"/>
                </a:solidFill>
                <a:latin typeface="Arial Unicode MS"/>
                <a:ea typeface="Arial Unicode MS"/>
                <a:cs typeface="Arial Unicode MS"/>
              </a:rPr>
              <a:t>The controller stopped at 12:03 with FileNotFoundError.</a:t>
            </a:r>
          </a:p>
        </p:txBody>
      </p:sp>
      <p:sp>
        <p:nvSpPr>
          <p:cNvPr id="12" name="">
            <a:extLst xmlns:a="http://schemas.openxmlformats.org/drawingml/2006/main">
              <a:ext uri="{FF2B5EF4-FFF2-40B4-BE49-F238E27FC236}">
                <a16:creationId xmlns:a16="http://schemas.microsoft.com/office/drawing/2014/main" id="{72080A8B-F024-43D7-91F1-C9C20FC3BF36}"/>
              </a:ext>
            </a:extLst>
          </p:cNvPr>
          <p:cNvSpPr>
            <a:spLocks xmlns:a="http://schemas.openxmlformats.org/drawingml/2006/main" noGrp="1"/>
          </p:cNvSpPr>
          <p:nvPr/>
        </p:nvSpPr>
        <p:spPr>
          <a:xfrm xmlns:a="http://schemas.openxmlformats.org/drawingml/2006/main">
            <a:off x="2047875" y="6381750"/>
            <a:ext cx="8858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11111"/>
                </a:solidFill>
                <a:latin typeface="Arial Unicode MS"/>
                <a:ea typeface="Arial Unicode MS"/>
                <a:cs typeface="Arial Unicode MS"/>
              </a:defRPr>
            </a:defPPr>
            <a:lvl1pPr algn="l">
              <a:defRPr sz="1875" b="0">
                <a:solidFill>
                  <a:srgbClr val="111111"/>
                </a:solidFill>
                <a:latin typeface="Arial Unicode MS"/>
                <a:ea typeface="Arial Unicode MS"/>
                <a:cs typeface="Arial Unicode MS"/>
              </a:defRPr>
            </a:lvl1pPr>
            <a:lvl2pPr algn="l">
              <a:defRPr sz="1875" b="0">
                <a:solidFill>
                  <a:srgbClr val="111111"/>
                </a:solidFill>
                <a:latin typeface="Arial Unicode MS"/>
                <a:ea typeface="Arial Unicode MS"/>
                <a:cs typeface="Arial Unicode MS"/>
              </a:defRPr>
            </a:lvl2pPr>
            <a:lvl3pPr algn="l">
              <a:defRPr sz="1875" b="0">
                <a:solidFill>
                  <a:srgbClr val="111111"/>
                </a:solidFill>
                <a:latin typeface="Arial Unicode MS"/>
                <a:ea typeface="Arial Unicode MS"/>
                <a:cs typeface="Arial Unicode MS"/>
              </a:defRPr>
            </a:lvl3pPr>
            <a:lvl4pPr algn="l">
              <a:defRPr sz="1875" b="0">
                <a:solidFill>
                  <a:srgbClr val="111111"/>
                </a:solidFill>
                <a:latin typeface="Arial Unicode MS"/>
                <a:ea typeface="Arial Unicode MS"/>
                <a:cs typeface="Arial Unicode MS"/>
              </a:defRPr>
            </a:lvl4pPr>
            <a:lvl5pPr algn="l">
              <a:defRPr sz="1875" b="0">
                <a:solidFill>
                  <a:srgbClr val="111111"/>
                </a:solidFill>
                <a:latin typeface="Arial Unicode MS"/>
                <a:ea typeface="Arial Unicode MS"/>
                <a:cs typeface="Arial Unicode MS"/>
              </a:defRPr>
            </a:lvl5pPr>
            <a:lvl6pPr algn="l">
              <a:defRPr sz="1875" b="0">
                <a:solidFill>
                  <a:srgbClr val="111111"/>
                </a:solidFill>
                <a:latin typeface="Arial Unicode MS"/>
                <a:ea typeface="Arial Unicode MS"/>
                <a:cs typeface="Arial Unicode MS"/>
              </a:defRPr>
            </a:lvl6pPr>
            <a:lvl7pPr algn="l">
              <a:defRPr sz="1875" b="0">
                <a:solidFill>
                  <a:srgbClr val="111111"/>
                </a:solidFill>
                <a:latin typeface="Arial Unicode MS"/>
                <a:ea typeface="Arial Unicode MS"/>
                <a:cs typeface="Arial Unicode MS"/>
              </a:defRPr>
            </a:lvl7pPr>
            <a:lvl8pPr algn="l">
              <a:defRPr sz="1875" b="0">
                <a:solidFill>
                  <a:srgbClr val="111111"/>
                </a:solidFill>
                <a:latin typeface="Arial Unicode MS"/>
                <a:ea typeface="Arial Unicode MS"/>
                <a:cs typeface="Arial Unicode MS"/>
              </a:defRPr>
            </a:lvl8pPr>
            <a:lvl9pPr algn="l">
              <a:defRPr sz="1875" b="0">
                <a:solidFill>
                  <a:srgbClr val="111111"/>
                </a:solidFill>
                <a:latin typeface="Arial Unicode MS"/>
                <a:ea typeface="Arial Unicode MS"/>
                <a:cs typeface="Arial Unicode MS"/>
              </a:defRPr>
            </a:lvl9pPr>
          </a:lstStyle>
          <a:p xmlns:a="http://schemas.openxmlformats.org/drawingml/2006/main">
            <a:pPr algn="l">
              <a:defRPr sz="1875" b="0">
                <a:solidFill>
                  <a:srgbClr val="111111"/>
                </a:solidFill>
                <a:latin typeface="Arial Unicode MS"/>
                <a:ea typeface="Arial Unicode MS"/>
                <a:cs typeface="Arial Unicode MS"/>
              </a:defRPr>
            </a:pPr>
            <a:r>
              <a:rPr sz="1875" b="0">
                <a:solidFill>
                  <a:srgbClr val="111111"/>
                </a:solidFill>
                <a:latin typeface="Arial Unicode MS"/>
                <a:ea typeface="Arial Unicode MS"/>
                <a:cs typeface="Arial Unicode MS"/>
              </a:rPr>
              <a:t>* Valid-only fractions exclude accounting exceptions.</a:t>
            </a:r>
          </a:p>
          <a:p xmlns:a="http://schemas.openxmlformats.org/drawingml/2006/main">
            <a:pPr algn="l">
              <a:defRPr sz="1875" b="0">
                <a:solidFill>
                  <a:srgbClr val="111111"/>
                </a:solidFill>
                <a:latin typeface="Arial Unicode MS"/>
                <a:ea typeface="Arial Unicode MS"/>
                <a:cs typeface="Arial Unicode MS"/>
              </a:defRPr>
            </a:pPr>
            <a:r>
              <a:rPr sz="1875" b="0">
                <a:solidFill>
                  <a:srgbClr val="111111"/>
                </a:solidFill>
                <a:latin typeface="Arial Unicode MS"/>
                <a:ea typeface="Arial Unicode MS"/>
                <a:cs typeface="Arial Unicode MS"/>
              </a:rPr>
              <a:t>Policy scores penalize the Default accounting exception.</a:t>
            </a:r>
          </a:p>
          <a:p xmlns:a="http://schemas.openxmlformats.org/drawingml/2006/main">
            <a:pPr algn="l">
              <a:defRPr sz="1875" b="0">
                <a:solidFill>
                  <a:srgbClr val="111111"/>
                </a:solidFill>
                <a:latin typeface="Arial Unicode MS"/>
                <a:ea typeface="Arial Unicode MS"/>
                <a:cs typeface="Arial Unicode MS"/>
              </a:defRPr>
            </a:pPr>
            <a:r>
              <a:rPr sz="1875" b="0">
                <a:solidFill>
                  <a:srgbClr val="111111"/>
                </a:solidFill>
                <a:latin typeface="Arial Unicode MS"/>
                <a:ea typeface="Arial Unicode MS"/>
                <a:cs typeface="Arial Unicode MS"/>
              </a:rPr>
              <a:t>1 Default attempt is unresolved and 19 tasks were never started.</a:t>
            </a:r>
          </a:p>
          <a:p xmlns:a="http://schemas.openxmlformats.org/drawingml/2006/main">
            <a:pPr algn="l">
              <a:defRPr sz="1875" b="0">
                <a:solidFill>
                  <a:srgbClr val="111111"/>
                </a:solidFill>
                <a:latin typeface="Arial Unicode MS"/>
                <a:ea typeface="Arial Unicode MS"/>
                <a:cs typeface="Arial Unicode MS"/>
              </a:defRPr>
            </a:pPr>
            <a:r>
              <a:rPr sz="1875" b="0">
                <a:solidFill>
                  <a:srgbClr val="111111"/>
                </a:solidFill>
                <a:latin typeface="Arial Unicode MS"/>
                <a:ea typeface="Arial Unicode MS"/>
                <a:cs typeface="Arial Unicode MS"/>
              </a:rPr>
              <a:t>Full 8-task pass@1 and generalization gaps remain unavailable.</a:t>
            </a:r>
          </a:p>
        </p:txBody>
      </p:sp>
      <p:graphicFrame>
        <p:nvGraphicFramePr>
          <p:cNvPr id="13" name="">
            <a:extLst xmlns:a="http://schemas.openxmlformats.org/drawingml/2006/main">
              <a:ext uri="{FF2B5EF4-FFF2-40B4-BE49-F238E27FC236}">
                <a16:creationId xmlns:a16="http://schemas.microsoft.com/office/drawing/2014/main" id="{2051E84D-7CD2-4125-A8A1-EBF9602EAA40}"/>
              </a:ext>
            </a:extLst>
          </p:cNvPr>
          <p:cNvGraphicFramePr/>
          <p:nvPr/>
        </p:nvGraphicFramePr>
        <p:xfrm>
          <a:off xmlns:a="http://schemas.openxmlformats.org/drawingml/2006/main" x="1952625" y="3286125"/>
          <a:ext xmlns:a="http://schemas.openxmlformats.org/drawingml/2006/main" cx="8953500" cy="2714625"/>
        </p:xfrm>
        <a:graphic xmlns:a="http://schemas.openxmlformats.org/drawingml/2006/main">
          <a:graphicData uri="http://schemas.openxmlformats.org/drawingml/2006/table">
            <a:tbl>
              <a:tblPr/>
              <a:tblGrid>
                <a:gridCol w="1809750"/>
                <a:gridCol w="1619250"/>
                <a:gridCol w="1905000"/>
                <a:gridCol w="1809750"/>
                <a:gridCol w="1809750"/>
              </a:tblGrid>
              <a:tr h="542925">
                <a:tc>
                  <a:txBody>
                    <a:bodyPr wrap="square" lIns="85725" tIns="85725" rIns="85725" bIns="85725">
                      <a:noAutofit/>
                    </a:bodyPr>
                    <a:lstStyle/>
                    <a:p>
                      <a:pPr algn="l"/>
                      <a:r>
                        <a:rPr sz="1725" b="1">
                          <a:solidFill>
                            <a:srgbClr val="FFFFFF"/>
                          </a:solidFill>
                          <a:latin typeface="Arial Unicode MS"/>
                          <a:ea typeface="Arial Unicode MS"/>
                          <a:cs typeface="Arial Unicode MS"/>
                        </a:rPr>
                        <a:t>Method</a:t>
                      </a:r>
                    </a:p>
                  </a:txBody>
                  <a:tcPr marL="91440" marR="91440" marT="45720" marB="45720" anchor="ctr">
                    <a:lnL w="9525">
                      <a:solidFill>
                        <a:srgbClr val="D5D5E0"/>
                      </a:solidFill>
                      <a:prstDash val="solid"/>
                    </a:lnL>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725" b="1">
                          <a:solidFill>
                            <a:srgbClr val="FFFFFF"/>
                          </a:solidFill>
                          <a:latin typeface="Arial Unicode MS"/>
                          <a:ea typeface="Arial Unicode MS"/>
                          <a:cs typeface="Arial Unicode MS"/>
                        </a:rPr>
                        <a:t>Ended / 8</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725" b="1">
                          <a:solidFill>
                            <a:srgbClr val="FFFFFF"/>
                          </a:solidFill>
                          <a:latin typeface="Arial Unicode MS"/>
                          <a:ea typeface="Arial Unicode MS"/>
                          <a:cs typeface="Arial Unicode MS"/>
                        </a:rPr>
                        <a:t>Valid / ended</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725" b="1">
                          <a:solidFill>
                            <a:srgbClr val="FFFFFF"/>
                          </a:solidFill>
                          <a:latin typeface="Arial Unicode MS"/>
                          <a:ea typeface="Arial Unicode MS"/>
                          <a:cs typeface="Arial Unicode MS"/>
                        </a:rPr>
                        <a:t>Policy score</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725" b="1">
                          <a:solidFill>
                            <a:srgbClr val="FFFFFF"/>
                          </a:solidFill>
                          <a:latin typeface="Arial Unicode MS"/>
                          <a:ea typeface="Arial Unicode MS"/>
                          <a:cs typeface="Arial Unicode MS"/>
                        </a:rPr>
                        <a:t>Valid-only*</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r>
              <a:tr h="542925">
                <a:tc>
                  <a:txBody>
                    <a:bodyPr wrap="square" lIns="85725" tIns="85725" rIns="85725" bIns="85725">
                      <a:noAutofit/>
                    </a:bodyPr>
                    <a:lstStyle/>
                    <a:p>
                      <a:pPr algn="l"/>
                      <a:r>
                        <a:rPr sz="1725" b="0">
                          <a:solidFill>
                            <a:srgbClr val="111111"/>
                          </a:solidFill>
                          <a:latin typeface="Arial Unicode MS"/>
                          <a:ea typeface="Arial Unicode MS"/>
                          <a:cs typeface="Arial Unicode MS"/>
                        </a:rPr>
                        <a:t>Default</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3 / 8</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2 / 3</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2 / 3</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2 / 2</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r h="542925">
                <a:tc>
                  <a:txBody>
                    <a:bodyPr wrap="square" lIns="85725" tIns="85725" rIns="85725" bIns="85725">
                      <a:noAutofit/>
                    </a:bodyPr>
                    <a:lstStyle/>
                    <a:p>
                      <a:pPr algn="l"/>
                      <a:r>
                        <a:rPr sz="1725" b="0">
                          <a:solidFill>
                            <a:srgbClr val="111111"/>
                          </a:solidFill>
                          <a:latin typeface="Arial Unicode MS"/>
                          <a:ea typeface="Arial Unicode MS"/>
                          <a:cs typeface="Arial Unicode MS"/>
                        </a:rPr>
                        <a:t>Random</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3 / 8</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3 / 3</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1 / 3</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1 / 3</a:t>
                      </a:r>
                    </a:p>
                  </a:txBody>
                  <a:tcPr marL="91440" marR="91440" marT="45720" marB="45720" anchor="ctr">
                    <a:lnR w="9525">
                      <a:solidFill>
                        <a:srgbClr val="D5D5E0"/>
                      </a:solidFill>
                      <a:prstDash val="solid"/>
                    </a:lnR>
                    <a:lnB w="9525">
                      <a:solidFill>
                        <a:srgbClr val="D5D5E0"/>
                      </a:solidFill>
                      <a:prstDash val="solid"/>
                    </a:lnB>
                    <a:solidFill>
                      <a:srgbClr val="F3F3F8"/>
                    </a:solidFill>
                  </a:tcPr>
                </a:tc>
              </a:tr>
              <a:tr h="542925">
                <a:tc>
                  <a:txBody>
                    <a:bodyPr wrap="square" lIns="85725" tIns="85725" rIns="85725" bIns="85725">
                      <a:noAutofit/>
                    </a:bodyPr>
                    <a:lstStyle/>
                    <a:p>
                      <a:pPr algn="l"/>
                      <a:r>
                        <a:rPr sz="1725" b="0">
                          <a:solidFill>
                            <a:srgbClr val="111111"/>
                          </a:solidFill>
                          <a:latin typeface="Arial Unicode MS"/>
                          <a:ea typeface="Arial Unicode MS"/>
                          <a:cs typeface="Arial Unicode MS"/>
                        </a:rPr>
                        <a:t>BO</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3 / 8</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3 / 3</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2 / 3</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2 / 3</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r h="542925">
                <a:tc>
                  <a:txBody>
                    <a:bodyPr wrap="square" lIns="85725" tIns="85725" rIns="85725" bIns="85725">
                      <a:noAutofit/>
                    </a:bodyPr>
                    <a:lstStyle/>
                    <a:p>
                      <a:pPr algn="l"/>
                      <a:r>
                        <a:rPr sz="1725" b="0">
                          <a:solidFill>
                            <a:srgbClr val="111111"/>
                          </a:solidFill>
                          <a:latin typeface="Arial Unicode MS"/>
                          <a:ea typeface="Arial Unicode MS"/>
                          <a:cs typeface="Arial Unicode MS"/>
                        </a:rPr>
                        <a:t>IGBS</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3 / 8</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3 / 3</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3 / 3</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3 / 3</a:t>
                      </a:r>
                    </a:p>
                  </a:txBody>
                  <a:tcPr marL="91440" marR="91440" marT="45720" marB="45720" anchor="ctr">
                    <a:lnR w="9525">
                      <a:solidFill>
                        <a:srgbClr val="D5D5E0"/>
                      </a:solidFill>
                      <a:prstDash val="solid"/>
                    </a:lnR>
                    <a:lnB w="9525">
                      <a:solidFill>
                        <a:srgbClr val="D5D5E0"/>
                      </a:solidFill>
                      <a:prstDash val="solid"/>
                    </a:lnB>
                    <a:solidFill>
                      <a:srgbClr val="F3F3F8"/>
                    </a:solidFill>
                  </a:tcPr>
                </a:tc>
              </a:tr>
            </a:tbl>
          </a:graphicData>
        </a:graphic>
      </p:graphicFrame>
    </p:spTree>
    <p:extLst>
      <p:ext uri="{BB962C8B-B14F-4D97-AF65-F5344CB8AC3E}">
        <p14:creationId xmlns:p14="http://schemas.microsoft.com/office/powerpoint/2010/main" val="5833060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86891E-45DC-47FC-83A9-8873F9254A0E}"/>
              </a:ext>
            </a:extLst>
          </p:cNvPr>
          <p:cNvSpPr>
            <a:spLocks xmlns:a="http://schemas.openxmlformats.org/drawingml/2006/main" noGrp="1"/>
          </p:cNvSpPr>
          <p:nvPr/>
        </p:nvSpPr>
        <p:spPr>
          <a:xfrm xmlns:a="http://schemas.openxmlformats.org/drawingml/2006/main">
            <a:off x="0" y="0"/>
            <a:ext cx="11430000" cy="142875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00A98B-CED9-4DB7-A96A-B65541DD5073}"/>
              </a:ext>
            </a:extLst>
          </p:cNvPr>
          <p:cNvSpPr>
            <a:spLocks xmlns:a="http://schemas.openxmlformats.org/drawingml/2006/main" noGrp="1"/>
          </p:cNvSpPr>
          <p:nvPr/>
        </p:nvSpPr>
        <p:spPr>
          <a:xfrm xmlns:a="http://schemas.openxmlformats.org/drawingml/2006/main">
            <a:off x="0" y="0"/>
            <a:ext cx="1428750" cy="857250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DD2C0C1-2A8A-4276-A6AB-2A26D0C9645C}"/>
              </a:ext>
            </a:extLst>
          </p:cNvPr>
          <p:cNvSpPr>
            <a:spLocks xmlns:a="http://schemas.openxmlformats.org/drawingml/2006/main" noGrp="1"/>
          </p:cNvSpPr>
          <p:nvPr/>
        </p:nvSpPr>
        <p:spPr>
          <a:xfrm xmlns:a="http://schemas.openxmlformats.org/drawingml/2006/main">
            <a:off x="0" y="0"/>
            <a:ext cx="1428750" cy="1428750"/>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C22AD2F-856A-4F7B-BD68-ABBCE304E457}"/>
              </a:ext>
            </a:extLst>
          </p:cNvPr>
          <p:cNvSpPr>
            <a:spLocks xmlns:a="http://schemas.openxmlformats.org/drawingml/2006/main" noGrp="1"/>
          </p:cNvSpPr>
          <p:nvPr/>
        </p:nvSpPr>
        <p:spPr>
          <a:xfrm xmlns:a="http://schemas.openxmlformats.org/drawingml/2006/main">
            <a:off x="1952625" y="333375"/>
            <a:ext cx="895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FFFFFF"/>
                </a:solidFill>
                <a:latin typeface="Arial Unicode MS"/>
                <a:ea typeface="Arial Unicode MS"/>
                <a:cs typeface="Arial Unicode MS"/>
              </a:defRPr>
            </a:defPPr>
            <a:lvl1pPr algn="l">
              <a:defRPr sz="2625" b="0">
                <a:solidFill>
                  <a:srgbClr val="FFFFFF"/>
                </a:solidFill>
                <a:latin typeface="Arial Unicode MS"/>
                <a:ea typeface="Arial Unicode MS"/>
                <a:cs typeface="Arial Unicode MS"/>
              </a:defRPr>
            </a:lvl1pPr>
            <a:lvl2pPr algn="l">
              <a:defRPr sz="2625" b="0">
                <a:solidFill>
                  <a:srgbClr val="FFFFFF"/>
                </a:solidFill>
                <a:latin typeface="Arial Unicode MS"/>
                <a:ea typeface="Arial Unicode MS"/>
                <a:cs typeface="Arial Unicode MS"/>
              </a:defRPr>
            </a:lvl2pPr>
            <a:lvl3pPr algn="l">
              <a:defRPr sz="2625" b="0">
                <a:solidFill>
                  <a:srgbClr val="FFFFFF"/>
                </a:solidFill>
                <a:latin typeface="Arial Unicode MS"/>
                <a:ea typeface="Arial Unicode MS"/>
                <a:cs typeface="Arial Unicode MS"/>
              </a:defRPr>
            </a:lvl3pPr>
            <a:lvl4pPr algn="l">
              <a:defRPr sz="2625" b="0">
                <a:solidFill>
                  <a:srgbClr val="FFFFFF"/>
                </a:solidFill>
                <a:latin typeface="Arial Unicode MS"/>
                <a:ea typeface="Arial Unicode MS"/>
                <a:cs typeface="Arial Unicode MS"/>
              </a:defRPr>
            </a:lvl4pPr>
            <a:lvl5pPr algn="l">
              <a:defRPr sz="2625" b="0">
                <a:solidFill>
                  <a:srgbClr val="FFFFFF"/>
                </a:solidFill>
                <a:latin typeface="Arial Unicode MS"/>
                <a:ea typeface="Arial Unicode MS"/>
                <a:cs typeface="Arial Unicode MS"/>
              </a:defRPr>
            </a:lvl5pPr>
            <a:lvl6pPr algn="l">
              <a:defRPr sz="2625" b="0">
                <a:solidFill>
                  <a:srgbClr val="FFFFFF"/>
                </a:solidFill>
                <a:latin typeface="Arial Unicode MS"/>
                <a:ea typeface="Arial Unicode MS"/>
                <a:cs typeface="Arial Unicode MS"/>
              </a:defRPr>
            </a:lvl6pPr>
            <a:lvl7pPr algn="l">
              <a:defRPr sz="2625" b="0">
                <a:solidFill>
                  <a:srgbClr val="FFFFFF"/>
                </a:solidFill>
                <a:latin typeface="Arial Unicode MS"/>
                <a:ea typeface="Arial Unicode MS"/>
                <a:cs typeface="Arial Unicode MS"/>
              </a:defRPr>
            </a:lvl7pPr>
            <a:lvl8pPr algn="l">
              <a:defRPr sz="2625" b="0">
                <a:solidFill>
                  <a:srgbClr val="FFFFFF"/>
                </a:solidFill>
                <a:latin typeface="Arial Unicode MS"/>
                <a:ea typeface="Arial Unicode MS"/>
                <a:cs typeface="Arial Unicode MS"/>
              </a:defRPr>
            </a:lvl8pPr>
            <a:lvl9pPr algn="l">
              <a:defRPr sz="2625" b="0">
                <a:solidFill>
                  <a:srgbClr val="FFFFFF"/>
                </a:solidFill>
                <a:latin typeface="Arial Unicode MS"/>
                <a:ea typeface="Arial Unicode MS"/>
                <a:cs typeface="Arial Unicode MS"/>
              </a:defRPr>
            </a:lvl9pPr>
          </a:lstStyle>
          <a:p xmlns:a="http://schemas.openxmlformats.org/drawingml/2006/main">
            <a:pPr algn="l">
              <a:defRPr sz="2625" b="0">
                <a:solidFill>
                  <a:srgbClr val="FFFFFF"/>
                </a:solidFill>
                <a:latin typeface="Arial Unicode MS"/>
                <a:ea typeface="Arial Unicode MS"/>
                <a:cs typeface="Arial Unicode MS"/>
              </a:defRPr>
            </a:pPr>
            <a:r>
              <a:rPr sz="2625" b="0">
                <a:solidFill>
                  <a:srgbClr val="FFFFFF"/>
                </a:solidFill>
                <a:latin typeface="Arial Unicode MS"/>
                <a:ea typeface="Arial Unicode MS"/>
                <a:cs typeface="Arial Unicode MS"/>
              </a:rPr>
              <a:t>Search cost and unknown-cost reserves</a:t>
            </a:r>
          </a:p>
        </p:txBody>
      </p:sp>
      <p:sp>
        <p:nvSpPr>
          <p:cNvPr id="6" name="">
            <a:extLst xmlns:a="http://schemas.openxmlformats.org/drawingml/2006/main">
              <a:ext uri="{FF2B5EF4-FFF2-40B4-BE49-F238E27FC236}">
                <a16:creationId xmlns:a16="http://schemas.microsoft.com/office/drawing/2014/main" id="{610AE37D-97EE-4553-8FE8-0BF06957091F}"/>
              </a:ext>
            </a:extLst>
          </p:cNvPr>
          <p:cNvSpPr>
            <a:spLocks xmlns:a="http://schemas.openxmlformats.org/drawingml/2006/main" noGrp="1"/>
          </p:cNvSpPr>
          <p:nvPr/>
        </p:nvSpPr>
        <p:spPr>
          <a:xfrm xmlns:a="http://schemas.openxmlformats.org/drawingml/2006/main">
            <a:off x="114300" y="27622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Problem</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design</a:t>
            </a:r>
          </a:p>
        </p:txBody>
      </p:sp>
      <p:sp>
        <p:nvSpPr>
          <p:cNvPr id="7" name="">
            <a:extLst xmlns:a="http://schemas.openxmlformats.org/drawingml/2006/main">
              <a:ext uri="{FF2B5EF4-FFF2-40B4-BE49-F238E27FC236}">
                <a16:creationId xmlns:a16="http://schemas.microsoft.com/office/drawing/2014/main" id="{AB0E893B-67C4-43BA-82F2-C4B0D923EEBA}"/>
              </a:ext>
            </a:extLst>
          </p:cNvPr>
          <p:cNvSpPr>
            <a:spLocks xmlns:a="http://schemas.openxmlformats.org/drawingml/2006/main" noGrp="1"/>
          </p:cNvSpPr>
          <p:nvPr/>
        </p:nvSpPr>
        <p:spPr>
          <a:xfrm xmlns:a="http://schemas.openxmlformats.org/drawingml/2006/main">
            <a:off x="114300" y="37909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Search</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methods</a:t>
            </a:r>
          </a:p>
        </p:txBody>
      </p:sp>
      <p:sp>
        <p:nvSpPr>
          <p:cNvPr id="8" name="">
            <a:extLst xmlns:a="http://schemas.openxmlformats.org/drawingml/2006/main">
              <a:ext uri="{FF2B5EF4-FFF2-40B4-BE49-F238E27FC236}">
                <a16:creationId xmlns:a16="http://schemas.microsoft.com/office/drawing/2014/main" id="{149F28B2-09B9-4075-8928-93459305F892}"/>
              </a:ext>
            </a:extLst>
          </p:cNvPr>
          <p:cNvSpPr>
            <a:spLocks xmlns:a="http://schemas.openxmlformats.org/drawingml/2006/main" noGrp="1"/>
          </p:cNvSpPr>
          <p:nvPr/>
        </p:nvSpPr>
        <p:spPr>
          <a:xfrm xmlns:a="http://schemas.openxmlformats.org/drawingml/2006/main">
            <a:off x="114300" y="48196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Validation</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results</a:t>
            </a:r>
          </a:p>
        </p:txBody>
      </p:sp>
      <p:sp>
        <p:nvSpPr>
          <p:cNvPr id="9" name="">
            <a:extLst xmlns:a="http://schemas.openxmlformats.org/drawingml/2006/main">
              <a:ext uri="{FF2B5EF4-FFF2-40B4-BE49-F238E27FC236}">
                <a16:creationId xmlns:a16="http://schemas.microsoft.com/office/drawing/2014/main" id="{632F3C39-6E45-44FD-B9A9-3698CBD90312}"/>
              </a:ext>
            </a:extLst>
          </p:cNvPr>
          <p:cNvSpPr>
            <a:spLocks xmlns:a="http://schemas.openxmlformats.org/drawingml/2006/main" noGrp="1"/>
          </p:cNvSpPr>
          <p:nvPr/>
        </p:nvSpPr>
        <p:spPr>
          <a:xfrm xmlns:a="http://schemas.openxmlformats.org/drawingml/2006/main">
            <a:off x="114300" y="58483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FFFFFF"/>
                </a:solidFill>
                <a:latin typeface="Arial Unicode MS"/>
                <a:ea typeface="Arial Unicode MS"/>
                <a:cs typeface="Arial Unicode MS"/>
              </a:defRPr>
            </a:defPPr>
            <a:lvl1pPr algn="l">
              <a:defRPr sz="1200" b="0">
                <a:solidFill>
                  <a:srgbClr val="FFFFFF"/>
                </a:solidFill>
                <a:latin typeface="Arial Unicode MS"/>
                <a:ea typeface="Arial Unicode MS"/>
                <a:cs typeface="Arial Unicode MS"/>
              </a:defRPr>
            </a:lvl1pPr>
            <a:lvl2pPr algn="l">
              <a:defRPr sz="1200" b="0">
                <a:solidFill>
                  <a:srgbClr val="FFFFFF"/>
                </a:solidFill>
                <a:latin typeface="Arial Unicode MS"/>
                <a:ea typeface="Arial Unicode MS"/>
                <a:cs typeface="Arial Unicode MS"/>
              </a:defRPr>
            </a:lvl2pPr>
            <a:lvl3pPr algn="l">
              <a:defRPr sz="1200" b="0">
                <a:solidFill>
                  <a:srgbClr val="FFFFFF"/>
                </a:solidFill>
                <a:latin typeface="Arial Unicode MS"/>
                <a:ea typeface="Arial Unicode MS"/>
                <a:cs typeface="Arial Unicode MS"/>
              </a:defRPr>
            </a:lvl3pPr>
            <a:lvl4pPr algn="l">
              <a:defRPr sz="1200" b="0">
                <a:solidFill>
                  <a:srgbClr val="FFFFFF"/>
                </a:solidFill>
                <a:latin typeface="Arial Unicode MS"/>
                <a:ea typeface="Arial Unicode MS"/>
                <a:cs typeface="Arial Unicode MS"/>
              </a:defRPr>
            </a:lvl4pPr>
            <a:lvl5pPr algn="l">
              <a:defRPr sz="1200" b="0">
                <a:solidFill>
                  <a:srgbClr val="FFFFFF"/>
                </a:solidFill>
                <a:latin typeface="Arial Unicode MS"/>
                <a:ea typeface="Arial Unicode MS"/>
                <a:cs typeface="Arial Unicode MS"/>
              </a:defRPr>
            </a:lvl5pPr>
            <a:lvl6pPr algn="l">
              <a:defRPr sz="1200" b="0">
                <a:solidFill>
                  <a:srgbClr val="FFFFFF"/>
                </a:solidFill>
                <a:latin typeface="Arial Unicode MS"/>
                <a:ea typeface="Arial Unicode MS"/>
                <a:cs typeface="Arial Unicode MS"/>
              </a:defRPr>
            </a:lvl6pPr>
            <a:lvl7pPr algn="l">
              <a:defRPr sz="1200" b="0">
                <a:solidFill>
                  <a:srgbClr val="FFFFFF"/>
                </a:solidFill>
                <a:latin typeface="Arial Unicode MS"/>
                <a:ea typeface="Arial Unicode MS"/>
                <a:cs typeface="Arial Unicode MS"/>
              </a:defRPr>
            </a:lvl7pPr>
            <a:lvl8pPr algn="l">
              <a:defRPr sz="1200" b="0">
                <a:solidFill>
                  <a:srgbClr val="FFFFFF"/>
                </a:solidFill>
                <a:latin typeface="Arial Unicode MS"/>
                <a:ea typeface="Arial Unicode MS"/>
                <a:cs typeface="Arial Unicode MS"/>
              </a:defRPr>
            </a:lvl8pPr>
            <a:lvl9pPr algn="l">
              <a:defRPr sz="1200" b="0">
                <a:solidFill>
                  <a:srgbClr val="FFFFFF"/>
                </a:solidFill>
                <a:latin typeface="Arial Unicode MS"/>
                <a:ea typeface="Arial Unicode MS"/>
                <a:cs typeface="Arial Unicode MS"/>
              </a:defRPr>
            </a:lvl9pPr>
          </a:lstStyle>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Analysis</a:t>
            </a:r>
          </a:p>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and limits</a:t>
            </a:r>
          </a:p>
        </p:txBody>
      </p:sp>
      <p:sp>
        <p:nvSpPr>
          <p:cNvPr id="10" name="">
            <a:extLst xmlns:a="http://schemas.openxmlformats.org/drawingml/2006/main">
              <a:ext uri="{FF2B5EF4-FFF2-40B4-BE49-F238E27FC236}">
                <a16:creationId xmlns:a16="http://schemas.microsoft.com/office/drawing/2014/main" id="{F8D610B3-1B74-4C2B-AB21-456963919286}"/>
              </a:ext>
            </a:extLst>
          </p:cNvPr>
          <p:cNvSpPr>
            <a:spLocks xmlns:a="http://schemas.openxmlformats.org/drawingml/2006/main" noGrp="1"/>
          </p:cNvSpPr>
          <p:nvPr/>
        </p:nvSpPr>
        <p:spPr>
          <a:xfrm xmlns:a="http://schemas.openxmlformats.org/drawingml/2006/main">
            <a:off x="10001250" y="80962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777777"/>
                </a:solidFill>
                <a:latin typeface="Arial Unicode MS"/>
                <a:ea typeface="Arial Unicode MS"/>
                <a:cs typeface="Arial Unicode MS"/>
              </a:defRPr>
            </a:defPPr>
            <a:lvl1pPr algn="r">
              <a:defRPr sz="1200" b="0">
                <a:solidFill>
                  <a:srgbClr val="777777"/>
                </a:solidFill>
                <a:latin typeface="Arial Unicode MS"/>
                <a:ea typeface="Arial Unicode MS"/>
                <a:cs typeface="Arial Unicode MS"/>
              </a:defRPr>
            </a:lvl1pPr>
            <a:lvl2pPr algn="r">
              <a:defRPr sz="1200" b="0">
                <a:solidFill>
                  <a:srgbClr val="777777"/>
                </a:solidFill>
                <a:latin typeface="Arial Unicode MS"/>
                <a:ea typeface="Arial Unicode MS"/>
                <a:cs typeface="Arial Unicode MS"/>
              </a:defRPr>
            </a:lvl2pPr>
            <a:lvl3pPr algn="r">
              <a:defRPr sz="1200" b="0">
                <a:solidFill>
                  <a:srgbClr val="777777"/>
                </a:solidFill>
                <a:latin typeface="Arial Unicode MS"/>
                <a:ea typeface="Arial Unicode MS"/>
                <a:cs typeface="Arial Unicode MS"/>
              </a:defRPr>
            </a:lvl3pPr>
            <a:lvl4pPr algn="r">
              <a:defRPr sz="1200" b="0">
                <a:solidFill>
                  <a:srgbClr val="777777"/>
                </a:solidFill>
                <a:latin typeface="Arial Unicode MS"/>
                <a:ea typeface="Arial Unicode MS"/>
                <a:cs typeface="Arial Unicode MS"/>
              </a:defRPr>
            </a:lvl4pPr>
            <a:lvl5pPr algn="r">
              <a:defRPr sz="1200" b="0">
                <a:solidFill>
                  <a:srgbClr val="777777"/>
                </a:solidFill>
                <a:latin typeface="Arial Unicode MS"/>
                <a:ea typeface="Arial Unicode MS"/>
                <a:cs typeface="Arial Unicode MS"/>
              </a:defRPr>
            </a:lvl5pPr>
            <a:lvl6pPr algn="r">
              <a:defRPr sz="1200" b="0">
                <a:solidFill>
                  <a:srgbClr val="777777"/>
                </a:solidFill>
                <a:latin typeface="Arial Unicode MS"/>
                <a:ea typeface="Arial Unicode MS"/>
                <a:cs typeface="Arial Unicode MS"/>
              </a:defRPr>
            </a:lvl6pPr>
            <a:lvl7pPr algn="r">
              <a:defRPr sz="1200" b="0">
                <a:solidFill>
                  <a:srgbClr val="777777"/>
                </a:solidFill>
                <a:latin typeface="Arial Unicode MS"/>
                <a:ea typeface="Arial Unicode MS"/>
                <a:cs typeface="Arial Unicode MS"/>
              </a:defRPr>
            </a:lvl7pPr>
            <a:lvl8pPr algn="r">
              <a:defRPr sz="1200" b="0">
                <a:solidFill>
                  <a:srgbClr val="777777"/>
                </a:solidFill>
                <a:latin typeface="Arial Unicode MS"/>
                <a:ea typeface="Arial Unicode MS"/>
                <a:cs typeface="Arial Unicode MS"/>
              </a:defRPr>
            </a:lvl8pPr>
            <a:lvl9pPr algn="r">
              <a:defRPr sz="1200" b="0">
                <a:solidFill>
                  <a:srgbClr val="777777"/>
                </a:solidFill>
                <a:latin typeface="Arial Unicode MS"/>
                <a:ea typeface="Arial Unicode MS"/>
                <a:cs typeface="Arial Unicode MS"/>
              </a:defRPr>
            </a:lvl9pPr>
          </a:lstStyle>
          <a:p xmlns:a="http://schemas.openxmlformats.org/drawingml/2006/main">
            <a:pPr algn="r">
              <a:defRPr sz="1200" b="0">
                <a:solidFill>
                  <a:srgbClr val="777777"/>
                </a:solidFill>
                <a:latin typeface="Arial Unicode MS"/>
                <a:ea typeface="Arial Unicode MS"/>
                <a:cs typeface="Arial Unicode MS"/>
              </a:defRPr>
            </a:pPr>
            <a:r>
              <a:rPr sz="1200" b="0">
                <a:solidFill>
                  <a:srgbClr val="777777"/>
                </a:solidFill>
                <a:latin typeface="Arial Unicode MS"/>
                <a:ea typeface="Arial Unicode MS"/>
                <a:cs typeface="Arial Unicode MS"/>
              </a:rPr>
              <a:t>12 / 16</a:t>
            </a:r>
          </a:p>
        </p:txBody>
      </p:sp>
      <p:graphicFrame>
        <p:nvGraphicFramePr>
          <p:cNvPr id="11" name="">
            <a:extLst xmlns:a="http://schemas.openxmlformats.org/drawingml/2006/main">
              <a:ext uri="{FF2B5EF4-FFF2-40B4-BE49-F238E27FC236}">
                <a16:creationId xmlns:a16="http://schemas.microsoft.com/office/drawing/2014/main" id="{CD08AED8-7854-4108-9696-01D38E79C37D}"/>
              </a:ext>
            </a:extLst>
          </p:cNvPr>
          <p:cNvGraphicFramePr/>
          <p:nvPr/>
        </p:nvGraphicFramePr>
        <p:xfrm>
          <a:off xmlns:a="http://schemas.openxmlformats.org/drawingml/2006/main" x="1952625" y="2238375"/>
          <a:ext xmlns:a="http://schemas.openxmlformats.org/drawingml/2006/main" cx="8953500" cy="3667125"/>
        </p:xfrm>
        <a:graphic xmlns:a="http://schemas.openxmlformats.org/drawingml/2006/main">
          <a:graphicData uri="http://schemas.openxmlformats.org/drawingml/2006/table">
            <a:tbl>
              <a:tblPr/>
              <a:tblGrid>
                <a:gridCol w="2286000"/>
                <a:gridCol w="2476500"/>
                <a:gridCol w="2095500"/>
                <a:gridCol w="2095500"/>
              </a:tblGrid>
              <a:tr h="523875">
                <a:tc>
                  <a:txBody>
                    <a:bodyPr wrap="square" lIns="85725" tIns="85725" rIns="85725" bIns="85725">
                      <a:noAutofit/>
                    </a:bodyPr>
                    <a:lstStyle/>
                    <a:p>
                      <a:pPr algn="l"/>
                      <a:r>
                        <a:rPr sz="1800" b="1">
                          <a:solidFill>
                            <a:srgbClr val="FFFFFF"/>
                          </a:solidFill>
                          <a:latin typeface="Arial Unicode MS"/>
                          <a:ea typeface="Arial Unicode MS"/>
                          <a:cs typeface="Arial Unicode MS"/>
                        </a:rPr>
                        <a:t>Stage</a:t>
                      </a:r>
                    </a:p>
                  </a:txBody>
                  <a:tcPr marL="91440" marR="91440" marT="45720" marB="45720" anchor="ctr">
                    <a:lnL w="9525">
                      <a:solidFill>
                        <a:srgbClr val="D5D5E0"/>
                      </a:solidFill>
                      <a:prstDash val="solid"/>
                    </a:lnL>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800" b="1">
                          <a:solidFill>
                            <a:srgbClr val="FFFFFF"/>
                          </a:solidFill>
                          <a:latin typeface="Arial Unicode MS"/>
                          <a:ea typeface="Arial Unicode MS"/>
                          <a:cs typeface="Arial Unicode MS"/>
                        </a:rPr>
                        <a:t>Known estimate</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800" b="1">
                          <a:solidFill>
                            <a:srgbClr val="FFFFFF"/>
                          </a:solidFill>
                          <a:latin typeface="Arial Unicode MS"/>
                          <a:ea typeface="Arial Unicode MS"/>
                          <a:cs typeface="Arial Unicode MS"/>
                        </a:rPr>
                        <a:t>Reserve</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800" b="1">
                          <a:solidFill>
                            <a:srgbClr val="FFFFFF"/>
                          </a:solidFill>
                          <a:latin typeface="Arial Unicode MS"/>
                          <a:ea typeface="Arial Unicode MS"/>
                          <a:cs typeface="Arial Unicode MS"/>
                        </a:rPr>
                        <a:t>Cap</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r>
              <a:tr h="523875">
                <a:tc>
                  <a:txBody>
                    <a:bodyPr wrap="square" lIns="85725" tIns="85725" rIns="85725" bIns="85725">
                      <a:noAutofit/>
                    </a:bodyPr>
                    <a:lstStyle/>
                    <a:p>
                      <a:pPr algn="l"/>
                      <a:r>
                        <a:rPr sz="1800" b="0">
                          <a:solidFill>
                            <a:srgbClr val="111111"/>
                          </a:solidFill>
                          <a:latin typeface="Arial Unicode MS"/>
                          <a:ea typeface="Arial Unicode MS"/>
                          <a:cs typeface="Arial Unicode MS"/>
                        </a:rPr>
                        <a:t>Default</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$1.0885</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$1.00</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$3.00</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r h="523875">
                <a:tc>
                  <a:txBody>
                    <a:bodyPr wrap="square" lIns="85725" tIns="85725" rIns="85725" bIns="85725">
                      <a:noAutofit/>
                    </a:bodyPr>
                    <a:lstStyle/>
                    <a:p>
                      <a:pPr algn="l"/>
                      <a:r>
                        <a:rPr sz="1800" b="0">
                          <a:solidFill>
                            <a:srgbClr val="111111"/>
                          </a:solidFill>
                          <a:latin typeface="Arial Unicode MS"/>
                          <a:ea typeface="Arial Unicode MS"/>
                          <a:cs typeface="Arial Unicode MS"/>
                        </a:rPr>
                        <a:t>Random</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$6.0000</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$4.00</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$16.00</a:t>
                      </a:r>
                    </a:p>
                  </a:txBody>
                  <a:tcPr marL="91440" marR="91440" marT="45720" marB="45720" anchor="ctr">
                    <a:lnR w="9525">
                      <a:solidFill>
                        <a:srgbClr val="D5D5E0"/>
                      </a:solidFill>
                      <a:prstDash val="solid"/>
                    </a:lnR>
                    <a:lnB w="9525">
                      <a:solidFill>
                        <a:srgbClr val="D5D5E0"/>
                      </a:solidFill>
                      <a:prstDash val="solid"/>
                    </a:lnB>
                    <a:solidFill>
                      <a:srgbClr val="F3F3F8"/>
                    </a:solidFill>
                  </a:tcPr>
                </a:tc>
              </a:tr>
              <a:tr h="523875">
                <a:tc>
                  <a:txBody>
                    <a:bodyPr wrap="square" lIns="85725" tIns="85725" rIns="85725" bIns="85725">
                      <a:noAutofit/>
                    </a:bodyPr>
                    <a:lstStyle/>
                    <a:p>
                      <a:pPr algn="l"/>
                      <a:r>
                        <a:rPr sz="1800" b="0">
                          <a:solidFill>
                            <a:srgbClr val="111111"/>
                          </a:solidFill>
                          <a:latin typeface="Arial Unicode MS"/>
                          <a:ea typeface="Arial Unicode MS"/>
                          <a:cs typeface="Arial Unicode MS"/>
                        </a:rPr>
                        <a:t>BO</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$4.1785</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$5.00</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$16.00</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r h="523875">
                <a:tc>
                  <a:txBody>
                    <a:bodyPr wrap="square" lIns="85725" tIns="85725" rIns="85725" bIns="85725">
                      <a:noAutofit/>
                    </a:bodyPr>
                    <a:lstStyle/>
                    <a:p>
                      <a:pPr algn="l"/>
                      <a:r>
                        <a:rPr sz="1800" b="0">
                          <a:solidFill>
                            <a:srgbClr val="111111"/>
                          </a:solidFill>
                          <a:latin typeface="Arial Unicode MS"/>
                          <a:ea typeface="Arial Unicode MS"/>
                          <a:cs typeface="Arial Unicode MS"/>
                        </a:rPr>
                        <a:t>IGBS</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$8.4296</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$6.00</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$16.00</a:t>
                      </a:r>
                    </a:p>
                  </a:txBody>
                  <a:tcPr marL="91440" marR="91440" marT="45720" marB="45720" anchor="ctr">
                    <a:lnR w="9525">
                      <a:solidFill>
                        <a:srgbClr val="D5D5E0"/>
                      </a:solidFill>
                      <a:prstDash val="solid"/>
                    </a:lnR>
                    <a:lnB w="9525">
                      <a:solidFill>
                        <a:srgbClr val="D5D5E0"/>
                      </a:solidFill>
                      <a:prstDash val="solid"/>
                    </a:lnB>
                    <a:solidFill>
                      <a:srgbClr val="F3F3F8"/>
                    </a:solidFill>
                  </a:tcPr>
                </a:tc>
              </a:tr>
              <a:tr h="523875">
                <a:tc>
                  <a:txBody>
                    <a:bodyPr wrap="square" lIns="85725" tIns="85725" rIns="85725" bIns="85725">
                      <a:noAutofit/>
                    </a:bodyPr>
                    <a:lstStyle/>
                    <a:p>
                      <a:pPr algn="l"/>
                      <a:r>
                        <a:rPr sz="1800" b="0">
                          <a:solidFill>
                            <a:srgbClr val="111111"/>
                          </a:solidFill>
                          <a:latin typeface="Arial Unicode MS"/>
                          <a:ea typeface="Arial Unicode MS"/>
                          <a:cs typeface="Arial Unicode MS"/>
                        </a:rPr>
                        <a:t>Held-out</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$0.7282</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$1.00</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$9.00</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r h="523875">
                <a:tc>
                  <a:txBody>
                    <a:bodyPr wrap="square" lIns="85725" tIns="85725" rIns="85725" bIns="85725">
                      <a:noAutofit/>
                    </a:bodyPr>
                    <a:lstStyle/>
                    <a:p>
                      <a:pPr algn="l"/>
                      <a:r>
                        <a:rPr sz="1800" b="0">
                          <a:solidFill>
                            <a:srgbClr val="111111"/>
                          </a:solidFill>
                          <a:latin typeface="Arial Unicode MS"/>
                          <a:ea typeface="Arial Unicode MS"/>
                          <a:cs typeface="Arial Unicode MS"/>
                        </a:rPr>
                        <a:t>Total</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$20.4248</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$17.00</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00" b="0">
                          <a:solidFill>
                            <a:srgbClr val="111111"/>
                          </a:solidFill>
                          <a:latin typeface="Arial Unicode MS"/>
                          <a:ea typeface="Arial Unicode MS"/>
                          <a:cs typeface="Arial Unicode MS"/>
                        </a:rPr>
                        <a:t>$60.00</a:t>
                      </a:r>
                    </a:p>
                  </a:txBody>
                  <a:tcPr marL="91440" marR="91440" marT="45720" marB="45720" anchor="ctr">
                    <a:lnR w="9525">
                      <a:solidFill>
                        <a:srgbClr val="D5D5E0"/>
                      </a:solidFill>
                      <a:prstDash val="solid"/>
                    </a:lnR>
                    <a:lnB w="9525">
                      <a:solidFill>
                        <a:srgbClr val="D5D5E0"/>
                      </a:solidFill>
                      <a:prstDash val="solid"/>
                    </a:lnB>
                    <a:solidFill>
                      <a:srgbClr val="F3F3F8"/>
                    </a:solidFill>
                  </a:tcPr>
                </a:tc>
              </a:tr>
            </a:tbl>
          </a:graphicData>
        </a:graphic>
      </p:graphicFrame>
      <p:sp>
        <p:nvSpPr>
          <p:cNvPr id="12" name="">
            <a:extLst xmlns:a="http://schemas.openxmlformats.org/drawingml/2006/main">
              <a:ext uri="{FF2B5EF4-FFF2-40B4-BE49-F238E27FC236}">
                <a16:creationId xmlns:a16="http://schemas.microsoft.com/office/drawing/2014/main" id="{6EDA6A27-E4F7-426D-975B-F53BD830290F}"/>
              </a:ext>
            </a:extLst>
          </p:cNvPr>
          <p:cNvSpPr>
            <a:spLocks xmlns:a="http://schemas.openxmlformats.org/drawingml/2006/main" noGrp="1"/>
          </p:cNvSpPr>
          <p:nvPr/>
        </p:nvSpPr>
        <p:spPr>
          <a:xfrm xmlns:a="http://schemas.openxmlformats.org/drawingml/2006/main">
            <a:off x="2047875" y="6238875"/>
            <a:ext cx="885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11111"/>
                </a:solidFill>
                <a:latin typeface="Arial Unicode MS"/>
                <a:ea typeface="Arial Unicode MS"/>
                <a:cs typeface="Arial Unicode MS"/>
              </a:defRPr>
            </a:defPPr>
            <a:lvl1pPr algn="l">
              <a:defRPr sz="2100" b="0">
                <a:solidFill>
                  <a:srgbClr val="111111"/>
                </a:solidFill>
                <a:latin typeface="Arial Unicode MS"/>
                <a:ea typeface="Arial Unicode MS"/>
                <a:cs typeface="Arial Unicode MS"/>
              </a:defRPr>
            </a:lvl1pPr>
            <a:lvl2pPr algn="l">
              <a:defRPr sz="2100" b="0">
                <a:solidFill>
                  <a:srgbClr val="111111"/>
                </a:solidFill>
                <a:latin typeface="Arial Unicode MS"/>
                <a:ea typeface="Arial Unicode MS"/>
                <a:cs typeface="Arial Unicode MS"/>
              </a:defRPr>
            </a:lvl2pPr>
            <a:lvl3pPr algn="l">
              <a:defRPr sz="2100" b="0">
                <a:solidFill>
                  <a:srgbClr val="111111"/>
                </a:solidFill>
                <a:latin typeface="Arial Unicode MS"/>
                <a:ea typeface="Arial Unicode MS"/>
                <a:cs typeface="Arial Unicode MS"/>
              </a:defRPr>
            </a:lvl3pPr>
            <a:lvl4pPr algn="l">
              <a:defRPr sz="2100" b="0">
                <a:solidFill>
                  <a:srgbClr val="111111"/>
                </a:solidFill>
                <a:latin typeface="Arial Unicode MS"/>
                <a:ea typeface="Arial Unicode MS"/>
                <a:cs typeface="Arial Unicode MS"/>
              </a:defRPr>
            </a:lvl4pPr>
            <a:lvl5pPr algn="l">
              <a:defRPr sz="2100" b="0">
                <a:solidFill>
                  <a:srgbClr val="111111"/>
                </a:solidFill>
                <a:latin typeface="Arial Unicode MS"/>
                <a:ea typeface="Arial Unicode MS"/>
                <a:cs typeface="Arial Unicode MS"/>
              </a:defRPr>
            </a:lvl5pPr>
            <a:lvl6pPr algn="l">
              <a:defRPr sz="2100" b="0">
                <a:solidFill>
                  <a:srgbClr val="111111"/>
                </a:solidFill>
                <a:latin typeface="Arial Unicode MS"/>
                <a:ea typeface="Arial Unicode MS"/>
                <a:cs typeface="Arial Unicode MS"/>
              </a:defRPr>
            </a:lvl6pPr>
            <a:lvl7pPr algn="l">
              <a:defRPr sz="2100" b="0">
                <a:solidFill>
                  <a:srgbClr val="111111"/>
                </a:solidFill>
                <a:latin typeface="Arial Unicode MS"/>
                <a:ea typeface="Arial Unicode MS"/>
                <a:cs typeface="Arial Unicode MS"/>
              </a:defRPr>
            </a:lvl7pPr>
            <a:lvl8pPr algn="l">
              <a:defRPr sz="2100" b="0">
                <a:solidFill>
                  <a:srgbClr val="111111"/>
                </a:solidFill>
                <a:latin typeface="Arial Unicode MS"/>
                <a:ea typeface="Arial Unicode MS"/>
                <a:cs typeface="Arial Unicode MS"/>
              </a:defRPr>
            </a:lvl8pPr>
            <a:lvl9pPr algn="l">
              <a:defRPr sz="2100" b="0">
                <a:solidFill>
                  <a:srgbClr val="111111"/>
                </a:solidFill>
                <a:latin typeface="Arial Unicode MS"/>
                <a:ea typeface="Arial Unicode MS"/>
                <a:cs typeface="Arial Unicode MS"/>
              </a:defRPr>
            </a:lvl9pPr>
          </a:lstStyle>
          <a:p xmlns:a="http://schemas.openxmlformats.org/drawingml/2006/main">
            <a:pPr algn="l">
              <a:defRPr sz="2100" b="0">
                <a:solidFill>
                  <a:srgbClr val="111111"/>
                </a:solidFill>
                <a:latin typeface="Arial Unicode MS"/>
                <a:ea typeface="Arial Unicode MS"/>
                <a:cs typeface="Arial Unicode MS"/>
              </a:defRPr>
            </a:pPr>
            <a:r>
              <a:rPr sz="2100" b="0">
                <a:solidFill>
                  <a:srgbClr val="111111"/>
                </a:solidFill>
                <a:latin typeface="Arial Unicode MS"/>
                <a:ea typeface="Arial Unicode MS"/>
                <a:cs typeface="Arial Unicode MS"/>
              </a:rPr>
              <a:t>Ledger commitment: $37.4248 including the $17 reserve.</a:t>
            </a:r>
          </a:p>
          <a:p xmlns:a="http://schemas.openxmlformats.org/drawingml/2006/main">
            <a:pPr algn="l">
              <a:defRPr sz="2100" b="0">
                <a:solidFill>
                  <a:srgbClr val="111111"/>
                </a:solidFill>
                <a:latin typeface="Arial Unicode MS"/>
                <a:ea typeface="Arial Unicode MS"/>
                <a:cs typeface="Arial Unicode MS"/>
              </a:defRPr>
            </a:pPr>
            <a:r>
              <a:rPr sz="2100" b="0">
                <a:solidFill>
                  <a:srgbClr val="111111"/>
                </a:solidFill>
                <a:latin typeface="Arial Unicode MS"/>
                <a:ea typeface="Arial Unicode MS"/>
                <a:cs typeface="Arial Unicode MS"/>
              </a:rPr>
              <a:t>Invoice reconciliation remains unavailable.</a:t>
            </a:r>
          </a:p>
        </p:txBody>
      </p:sp>
      <p:sp>
        <p:nvSpPr>
          <p:cNvPr id="13" name="">
            <a:extLst xmlns:a="http://schemas.openxmlformats.org/drawingml/2006/main">
              <a:ext uri="{FF2B5EF4-FFF2-40B4-BE49-F238E27FC236}">
                <a16:creationId xmlns:a16="http://schemas.microsoft.com/office/drawing/2014/main" id="{B6BFB7A2-5CA4-47E9-B2B1-BA60619EA137}"/>
              </a:ext>
            </a:extLst>
          </p:cNvPr>
          <p:cNvSpPr>
            <a:spLocks xmlns:a="http://schemas.openxmlformats.org/drawingml/2006/main" noGrp="1"/>
          </p:cNvSpPr>
          <p:nvPr/>
        </p:nvSpPr>
        <p:spPr>
          <a:xfrm xmlns:a="http://schemas.openxmlformats.org/drawingml/2006/main">
            <a:off x="2047875" y="7191375"/>
            <a:ext cx="885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3333B2"/>
                </a:solidFill>
                <a:latin typeface="Arial Unicode MS"/>
                <a:ea typeface="Arial Unicode MS"/>
                <a:cs typeface="Arial Unicode MS"/>
              </a:defRPr>
            </a:defPPr>
            <a:lvl1pPr algn="l">
              <a:defRPr sz="1800" b="0">
                <a:solidFill>
                  <a:srgbClr val="3333B2"/>
                </a:solidFill>
                <a:latin typeface="Arial Unicode MS"/>
                <a:ea typeface="Arial Unicode MS"/>
                <a:cs typeface="Arial Unicode MS"/>
              </a:defRPr>
            </a:lvl1pPr>
            <a:lvl2pPr algn="l">
              <a:defRPr sz="1800" b="0">
                <a:solidFill>
                  <a:srgbClr val="3333B2"/>
                </a:solidFill>
                <a:latin typeface="Arial Unicode MS"/>
                <a:ea typeface="Arial Unicode MS"/>
                <a:cs typeface="Arial Unicode MS"/>
              </a:defRPr>
            </a:lvl2pPr>
            <a:lvl3pPr algn="l">
              <a:defRPr sz="1800" b="0">
                <a:solidFill>
                  <a:srgbClr val="3333B2"/>
                </a:solidFill>
                <a:latin typeface="Arial Unicode MS"/>
                <a:ea typeface="Arial Unicode MS"/>
                <a:cs typeface="Arial Unicode MS"/>
              </a:defRPr>
            </a:lvl3pPr>
            <a:lvl4pPr algn="l">
              <a:defRPr sz="1800" b="0">
                <a:solidFill>
                  <a:srgbClr val="3333B2"/>
                </a:solidFill>
                <a:latin typeface="Arial Unicode MS"/>
                <a:ea typeface="Arial Unicode MS"/>
                <a:cs typeface="Arial Unicode MS"/>
              </a:defRPr>
            </a:lvl4pPr>
            <a:lvl5pPr algn="l">
              <a:defRPr sz="1800" b="0">
                <a:solidFill>
                  <a:srgbClr val="3333B2"/>
                </a:solidFill>
                <a:latin typeface="Arial Unicode MS"/>
                <a:ea typeface="Arial Unicode MS"/>
                <a:cs typeface="Arial Unicode MS"/>
              </a:defRPr>
            </a:lvl5pPr>
            <a:lvl6pPr algn="l">
              <a:defRPr sz="1800" b="0">
                <a:solidFill>
                  <a:srgbClr val="3333B2"/>
                </a:solidFill>
                <a:latin typeface="Arial Unicode MS"/>
                <a:ea typeface="Arial Unicode MS"/>
                <a:cs typeface="Arial Unicode MS"/>
              </a:defRPr>
            </a:lvl6pPr>
            <a:lvl7pPr algn="l">
              <a:defRPr sz="1800" b="0">
                <a:solidFill>
                  <a:srgbClr val="3333B2"/>
                </a:solidFill>
                <a:latin typeface="Arial Unicode MS"/>
                <a:ea typeface="Arial Unicode MS"/>
                <a:cs typeface="Arial Unicode MS"/>
              </a:defRPr>
            </a:lvl7pPr>
            <a:lvl8pPr algn="l">
              <a:defRPr sz="1800" b="0">
                <a:solidFill>
                  <a:srgbClr val="3333B2"/>
                </a:solidFill>
                <a:latin typeface="Arial Unicode MS"/>
                <a:ea typeface="Arial Unicode MS"/>
                <a:cs typeface="Arial Unicode MS"/>
              </a:defRPr>
            </a:lvl8pPr>
            <a:lvl9pPr algn="l">
              <a:defRPr sz="1800" b="0">
                <a:solidFill>
                  <a:srgbClr val="3333B2"/>
                </a:solidFill>
                <a:latin typeface="Arial Unicode MS"/>
                <a:ea typeface="Arial Unicode MS"/>
                <a:cs typeface="Arial Unicode MS"/>
              </a:defRPr>
            </a:lvl9pPr>
          </a:lstStyle>
          <a:p xmlns:a="http://schemas.openxmlformats.org/drawingml/2006/main">
            <a:pPr algn="l">
              <a:defRPr sz="1800" b="0">
                <a:solidFill>
                  <a:srgbClr val="3333B2"/>
                </a:solidFill>
                <a:latin typeface="Arial Unicode MS"/>
                <a:ea typeface="Arial Unicode MS"/>
                <a:cs typeface="Arial Unicode MS"/>
              </a:defRPr>
            </a:pPr>
            <a:r>
              <a:rPr sz="1800" b="0">
                <a:solidFill>
                  <a:srgbClr val="3333B2"/>
                </a:solidFill>
                <a:latin typeface="Arial Unicode MS"/>
                <a:ea typeface="Arial Unicode MS"/>
                <a:cs typeface="Arial Unicode MS"/>
              </a:rPr>
              <a:t>The unresolved attempt has no inventoried provider requests.</a:t>
            </a:r>
          </a:p>
          <a:p xmlns:a="http://schemas.openxmlformats.org/drawingml/2006/main">
            <a:pPr algn="l">
              <a:defRPr sz="1800" b="0">
                <a:solidFill>
                  <a:srgbClr val="3333B2"/>
                </a:solidFill>
                <a:latin typeface="Arial Unicode MS"/>
                <a:ea typeface="Arial Unicode MS"/>
                <a:cs typeface="Arial Unicode MS"/>
              </a:defRPr>
            </a:pPr>
            <a:r>
              <a:rPr sz="1800" b="0">
                <a:solidFill>
                  <a:srgbClr val="3333B2"/>
                </a:solidFill>
                <a:latin typeface="Arial Unicode MS"/>
                <a:ea typeface="Arial Unicode MS"/>
                <a:cs typeface="Arial Unicode MS"/>
              </a:rPr>
              <a:t>Retain all reserves. Full runtime comparison remains incomplete.</a:t>
            </a:r>
          </a:p>
        </p:txBody>
      </p:sp>
    </p:spTree>
    <p:extLst>
      <p:ext uri="{BB962C8B-B14F-4D97-AF65-F5344CB8AC3E}">
        <p14:creationId xmlns:p14="http://schemas.microsoft.com/office/powerpoint/2010/main" val="48694617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1CAA306-93D7-41DA-9F80-94801D7478E7}"/>
              </a:ext>
            </a:extLst>
          </p:cNvPr>
          <p:cNvSpPr>
            <a:spLocks xmlns:a="http://schemas.openxmlformats.org/drawingml/2006/main" noGrp="1"/>
          </p:cNvSpPr>
          <p:nvPr/>
        </p:nvSpPr>
        <p:spPr>
          <a:xfrm xmlns:a="http://schemas.openxmlformats.org/drawingml/2006/main">
            <a:off x="0" y="0"/>
            <a:ext cx="11430000" cy="142875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B4D2BA-DD8A-4A1A-8716-45E34A44E1F9}"/>
              </a:ext>
            </a:extLst>
          </p:cNvPr>
          <p:cNvSpPr>
            <a:spLocks xmlns:a="http://schemas.openxmlformats.org/drawingml/2006/main" noGrp="1"/>
          </p:cNvSpPr>
          <p:nvPr/>
        </p:nvSpPr>
        <p:spPr>
          <a:xfrm xmlns:a="http://schemas.openxmlformats.org/drawingml/2006/main">
            <a:off x="0" y="0"/>
            <a:ext cx="1428750" cy="857250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D2FE0AC-06E5-41F9-8BB7-9FD91EB1B268}"/>
              </a:ext>
            </a:extLst>
          </p:cNvPr>
          <p:cNvSpPr>
            <a:spLocks xmlns:a="http://schemas.openxmlformats.org/drawingml/2006/main" noGrp="1"/>
          </p:cNvSpPr>
          <p:nvPr/>
        </p:nvSpPr>
        <p:spPr>
          <a:xfrm xmlns:a="http://schemas.openxmlformats.org/drawingml/2006/main">
            <a:off x="0" y="0"/>
            <a:ext cx="1428750" cy="1428750"/>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4C0BBEF-F840-4F8D-84E5-7CC8F7C399D6}"/>
              </a:ext>
            </a:extLst>
          </p:cNvPr>
          <p:cNvSpPr>
            <a:spLocks xmlns:a="http://schemas.openxmlformats.org/drawingml/2006/main" noGrp="1"/>
          </p:cNvSpPr>
          <p:nvPr/>
        </p:nvSpPr>
        <p:spPr>
          <a:xfrm xmlns:a="http://schemas.openxmlformats.org/drawingml/2006/main">
            <a:off x="1952625" y="333375"/>
            <a:ext cx="895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FFFFFF"/>
                </a:solidFill>
                <a:latin typeface="Arial Unicode MS"/>
                <a:ea typeface="Arial Unicode MS"/>
                <a:cs typeface="Arial Unicode MS"/>
              </a:defRPr>
            </a:defPPr>
            <a:lvl1pPr algn="l">
              <a:defRPr sz="2625" b="0">
                <a:solidFill>
                  <a:srgbClr val="FFFFFF"/>
                </a:solidFill>
                <a:latin typeface="Arial Unicode MS"/>
                <a:ea typeface="Arial Unicode MS"/>
                <a:cs typeface="Arial Unicode MS"/>
              </a:defRPr>
            </a:lvl1pPr>
            <a:lvl2pPr algn="l">
              <a:defRPr sz="2625" b="0">
                <a:solidFill>
                  <a:srgbClr val="FFFFFF"/>
                </a:solidFill>
                <a:latin typeface="Arial Unicode MS"/>
                <a:ea typeface="Arial Unicode MS"/>
                <a:cs typeface="Arial Unicode MS"/>
              </a:defRPr>
            </a:lvl2pPr>
            <a:lvl3pPr algn="l">
              <a:defRPr sz="2625" b="0">
                <a:solidFill>
                  <a:srgbClr val="FFFFFF"/>
                </a:solidFill>
                <a:latin typeface="Arial Unicode MS"/>
                <a:ea typeface="Arial Unicode MS"/>
                <a:cs typeface="Arial Unicode MS"/>
              </a:defRPr>
            </a:lvl3pPr>
            <a:lvl4pPr algn="l">
              <a:defRPr sz="2625" b="0">
                <a:solidFill>
                  <a:srgbClr val="FFFFFF"/>
                </a:solidFill>
                <a:latin typeface="Arial Unicode MS"/>
                <a:ea typeface="Arial Unicode MS"/>
                <a:cs typeface="Arial Unicode MS"/>
              </a:defRPr>
            </a:lvl4pPr>
            <a:lvl5pPr algn="l">
              <a:defRPr sz="2625" b="0">
                <a:solidFill>
                  <a:srgbClr val="FFFFFF"/>
                </a:solidFill>
                <a:latin typeface="Arial Unicode MS"/>
                <a:ea typeface="Arial Unicode MS"/>
                <a:cs typeface="Arial Unicode MS"/>
              </a:defRPr>
            </a:lvl5pPr>
            <a:lvl6pPr algn="l">
              <a:defRPr sz="2625" b="0">
                <a:solidFill>
                  <a:srgbClr val="FFFFFF"/>
                </a:solidFill>
                <a:latin typeface="Arial Unicode MS"/>
                <a:ea typeface="Arial Unicode MS"/>
                <a:cs typeface="Arial Unicode MS"/>
              </a:defRPr>
            </a:lvl6pPr>
            <a:lvl7pPr algn="l">
              <a:defRPr sz="2625" b="0">
                <a:solidFill>
                  <a:srgbClr val="FFFFFF"/>
                </a:solidFill>
                <a:latin typeface="Arial Unicode MS"/>
                <a:ea typeface="Arial Unicode MS"/>
                <a:cs typeface="Arial Unicode MS"/>
              </a:defRPr>
            </a:lvl7pPr>
            <a:lvl8pPr algn="l">
              <a:defRPr sz="2625" b="0">
                <a:solidFill>
                  <a:srgbClr val="FFFFFF"/>
                </a:solidFill>
                <a:latin typeface="Arial Unicode MS"/>
                <a:ea typeface="Arial Unicode MS"/>
                <a:cs typeface="Arial Unicode MS"/>
              </a:defRPr>
            </a:lvl8pPr>
            <a:lvl9pPr algn="l">
              <a:defRPr sz="2625" b="0">
                <a:solidFill>
                  <a:srgbClr val="FFFFFF"/>
                </a:solidFill>
                <a:latin typeface="Arial Unicode MS"/>
                <a:ea typeface="Arial Unicode MS"/>
                <a:cs typeface="Arial Unicode MS"/>
              </a:defRPr>
            </a:lvl9pPr>
          </a:lstStyle>
          <a:p xmlns:a="http://schemas.openxmlformats.org/drawingml/2006/main">
            <a:pPr algn="l">
              <a:defRPr sz="2625" b="0">
                <a:solidFill>
                  <a:srgbClr val="FFFFFF"/>
                </a:solidFill>
                <a:latin typeface="Arial Unicode MS"/>
                <a:ea typeface="Arial Unicode MS"/>
                <a:cs typeface="Arial Unicode MS"/>
              </a:defRPr>
            </a:pPr>
            <a:r>
              <a:rPr sz="2625" b="0">
                <a:solidFill>
                  <a:srgbClr val="FFFFFF"/>
                </a:solidFill>
                <a:latin typeface="Arial Unicode MS"/>
                <a:ea typeface="Arial Unicode MS"/>
                <a:cs typeface="Arial Unicode MS"/>
              </a:rPr>
              <a:t>Exploratory parameter sensitivity</a:t>
            </a:r>
          </a:p>
        </p:txBody>
      </p:sp>
      <p:sp>
        <p:nvSpPr>
          <p:cNvPr id="6" name="">
            <a:extLst xmlns:a="http://schemas.openxmlformats.org/drawingml/2006/main">
              <a:ext uri="{FF2B5EF4-FFF2-40B4-BE49-F238E27FC236}">
                <a16:creationId xmlns:a16="http://schemas.microsoft.com/office/drawing/2014/main" id="{7EE8DB9B-CA08-4673-A7AD-36BF66A03469}"/>
              </a:ext>
            </a:extLst>
          </p:cNvPr>
          <p:cNvSpPr>
            <a:spLocks xmlns:a="http://schemas.openxmlformats.org/drawingml/2006/main" noGrp="1"/>
          </p:cNvSpPr>
          <p:nvPr/>
        </p:nvSpPr>
        <p:spPr>
          <a:xfrm xmlns:a="http://schemas.openxmlformats.org/drawingml/2006/main">
            <a:off x="114300" y="27622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Problem</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design</a:t>
            </a:r>
          </a:p>
        </p:txBody>
      </p:sp>
      <p:sp>
        <p:nvSpPr>
          <p:cNvPr id="7" name="">
            <a:extLst xmlns:a="http://schemas.openxmlformats.org/drawingml/2006/main">
              <a:ext uri="{FF2B5EF4-FFF2-40B4-BE49-F238E27FC236}">
                <a16:creationId xmlns:a16="http://schemas.microsoft.com/office/drawing/2014/main" id="{C8FD8FA0-74E0-4728-9BA4-193C8A148598}"/>
              </a:ext>
            </a:extLst>
          </p:cNvPr>
          <p:cNvSpPr>
            <a:spLocks xmlns:a="http://schemas.openxmlformats.org/drawingml/2006/main" noGrp="1"/>
          </p:cNvSpPr>
          <p:nvPr/>
        </p:nvSpPr>
        <p:spPr>
          <a:xfrm xmlns:a="http://schemas.openxmlformats.org/drawingml/2006/main">
            <a:off x="114300" y="37909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Search</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methods</a:t>
            </a:r>
          </a:p>
        </p:txBody>
      </p:sp>
      <p:sp>
        <p:nvSpPr>
          <p:cNvPr id="8" name="">
            <a:extLst xmlns:a="http://schemas.openxmlformats.org/drawingml/2006/main">
              <a:ext uri="{FF2B5EF4-FFF2-40B4-BE49-F238E27FC236}">
                <a16:creationId xmlns:a16="http://schemas.microsoft.com/office/drawing/2014/main" id="{77208DED-6129-4C06-9124-2B61D18DD98B}"/>
              </a:ext>
            </a:extLst>
          </p:cNvPr>
          <p:cNvSpPr>
            <a:spLocks xmlns:a="http://schemas.openxmlformats.org/drawingml/2006/main" noGrp="1"/>
          </p:cNvSpPr>
          <p:nvPr/>
        </p:nvSpPr>
        <p:spPr>
          <a:xfrm xmlns:a="http://schemas.openxmlformats.org/drawingml/2006/main">
            <a:off x="114300" y="48196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Validation</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results</a:t>
            </a:r>
          </a:p>
        </p:txBody>
      </p:sp>
      <p:sp>
        <p:nvSpPr>
          <p:cNvPr id="9" name="">
            <a:extLst xmlns:a="http://schemas.openxmlformats.org/drawingml/2006/main">
              <a:ext uri="{FF2B5EF4-FFF2-40B4-BE49-F238E27FC236}">
                <a16:creationId xmlns:a16="http://schemas.microsoft.com/office/drawing/2014/main" id="{8CCACBBD-3481-40F1-91B6-81F0235610C0}"/>
              </a:ext>
            </a:extLst>
          </p:cNvPr>
          <p:cNvSpPr>
            <a:spLocks xmlns:a="http://schemas.openxmlformats.org/drawingml/2006/main" noGrp="1"/>
          </p:cNvSpPr>
          <p:nvPr/>
        </p:nvSpPr>
        <p:spPr>
          <a:xfrm xmlns:a="http://schemas.openxmlformats.org/drawingml/2006/main">
            <a:off x="114300" y="58483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FFFFFF"/>
                </a:solidFill>
                <a:latin typeface="Arial Unicode MS"/>
                <a:ea typeface="Arial Unicode MS"/>
                <a:cs typeface="Arial Unicode MS"/>
              </a:defRPr>
            </a:defPPr>
            <a:lvl1pPr algn="l">
              <a:defRPr sz="1200" b="0">
                <a:solidFill>
                  <a:srgbClr val="FFFFFF"/>
                </a:solidFill>
                <a:latin typeface="Arial Unicode MS"/>
                <a:ea typeface="Arial Unicode MS"/>
                <a:cs typeface="Arial Unicode MS"/>
              </a:defRPr>
            </a:lvl1pPr>
            <a:lvl2pPr algn="l">
              <a:defRPr sz="1200" b="0">
                <a:solidFill>
                  <a:srgbClr val="FFFFFF"/>
                </a:solidFill>
                <a:latin typeface="Arial Unicode MS"/>
                <a:ea typeface="Arial Unicode MS"/>
                <a:cs typeface="Arial Unicode MS"/>
              </a:defRPr>
            </a:lvl2pPr>
            <a:lvl3pPr algn="l">
              <a:defRPr sz="1200" b="0">
                <a:solidFill>
                  <a:srgbClr val="FFFFFF"/>
                </a:solidFill>
                <a:latin typeface="Arial Unicode MS"/>
                <a:ea typeface="Arial Unicode MS"/>
                <a:cs typeface="Arial Unicode MS"/>
              </a:defRPr>
            </a:lvl3pPr>
            <a:lvl4pPr algn="l">
              <a:defRPr sz="1200" b="0">
                <a:solidFill>
                  <a:srgbClr val="FFFFFF"/>
                </a:solidFill>
                <a:latin typeface="Arial Unicode MS"/>
                <a:ea typeface="Arial Unicode MS"/>
                <a:cs typeface="Arial Unicode MS"/>
              </a:defRPr>
            </a:lvl4pPr>
            <a:lvl5pPr algn="l">
              <a:defRPr sz="1200" b="0">
                <a:solidFill>
                  <a:srgbClr val="FFFFFF"/>
                </a:solidFill>
                <a:latin typeface="Arial Unicode MS"/>
                <a:ea typeface="Arial Unicode MS"/>
                <a:cs typeface="Arial Unicode MS"/>
              </a:defRPr>
            </a:lvl5pPr>
            <a:lvl6pPr algn="l">
              <a:defRPr sz="1200" b="0">
                <a:solidFill>
                  <a:srgbClr val="FFFFFF"/>
                </a:solidFill>
                <a:latin typeface="Arial Unicode MS"/>
                <a:ea typeface="Arial Unicode MS"/>
                <a:cs typeface="Arial Unicode MS"/>
              </a:defRPr>
            </a:lvl6pPr>
            <a:lvl7pPr algn="l">
              <a:defRPr sz="1200" b="0">
                <a:solidFill>
                  <a:srgbClr val="FFFFFF"/>
                </a:solidFill>
                <a:latin typeface="Arial Unicode MS"/>
                <a:ea typeface="Arial Unicode MS"/>
                <a:cs typeface="Arial Unicode MS"/>
              </a:defRPr>
            </a:lvl7pPr>
            <a:lvl8pPr algn="l">
              <a:defRPr sz="1200" b="0">
                <a:solidFill>
                  <a:srgbClr val="FFFFFF"/>
                </a:solidFill>
                <a:latin typeface="Arial Unicode MS"/>
                <a:ea typeface="Arial Unicode MS"/>
                <a:cs typeface="Arial Unicode MS"/>
              </a:defRPr>
            </a:lvl8pPr>
            <a:lvl9pPr algn="l">
              <a:defRPr sz="1200" b="0">
                <a:solidFill>
                  <a:srgbClr val="FFFFFF"/>
                </a:solidFill>
                <a:latin typeface="Arial Unicode MS"/>
                <a:ea typeface="Arial Unicode MS"/>
                <a:cs typeface="Arial Unicode MS"/>
              </a:defRPr>
            </a:lvl9pPr>
          </a:lstStyle>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Analysis</a:t>
            </a:r>
          </a:p>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and limits</a:t>
            </a:r>
          </a:p>
        </p:txBody>
      </p:sp>
      <p:sp>
        <p:nvSpPr>
          <p:cNvPr id="10" name="">
            <a:extLst xmlns:a="http://schemas.openxmlformats.org/drawingml/2006/main">
              <a:ext uri="{FF2B5EF4-FFF2-40B4-BE49-F238E27FC236}">
                <a16:creationId xmlns:a16="http://schemas.microsoft.com/office/drawing/2014/main" id="{9BF8E69A-731C-4090-949C-60808675987F}"/>
              </a:ext>
            </a:extLst>
          </p:cNvPr>
          <p:cNvSpPr>
            <a:spLocks xmlns:a="http://schemas.openxmlformats.org/drawingml/2006/main" noGrp="1"/>
          </p:cNvSpPr>
          <p:nvPr/>
        </p:nvSpPr>
        <p:spPr>
          <a:xfrm xmlns:a="http://schemas.openxmlformats.org/drawingml/2006/main">
            <a:off x="10001250" y="80962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777777"/>
                </a:solidFill>
                <a:latin typeface="Arial Unicode MS"/>
                <a:ea typeface="Arial Unicode MS"/>
                <a:cs typeface="Arial Unicode MS"/>
              </a:defRPr>
            </a:defPPr>
            <a:lvl1pPr algn="r">
              <a:defRPr sz="1200" b="0">
                <a:solidFill>
                  <a:srgbClr val="777777"/>
                </a:solidFill>
                <a:latin typeface="Arial Unicode MS"/>
                <a:ea typeface="Arial Unicode MS"/>
                <a:cs typeface="Arial Unicode MS"/>
              </a:defRPr>
            </a:lvl1pPr>
            <a:lvl2pPr algn="r">
              <a:defRPr sz="1200" b="0">
                <a:solidFill>
                  <a:srgbClr val="777777"/>
                </a:solidFill>
                <a:latin typeface="Arial Unicode MS"/>
                <a:ea typeface="Arial Unicode MS"/>
                <a:cs typeface="Arial Unicode MS"/>
              </a:defRPr>
            </a:lvl2pPr>
            <a:lvl3pPr algn="r">
              <a:defRPr sz="1200" b="0">
                <a:solidFill>
                  <a:srgbClr val="777777"/>
                </a:solidFill>
                <a:latin typeface="Arial Unicode MS"/>
                <a:ea typeface="Arial Unicode MS"/>
                <a:cs typeface="Arial Unicode MS"/>
              </a:defRPr>
            </a:lvl3pPr>
            <a:lvl4pPr algn="r">
              <a:defRPr sz="1200" b="0">
                <a:solidFill>
                  <a:srgbClr val="777777"/>
                </a:solidFill>
                <a:latin typeface="Arial Unicode MS"/>
                <a:ea typeface="Arial Unicode MS"/>
                <a:cs typeface="Arial Unicode MS"/>
              </a:defRPr>
            </a:lvl4pPr>
            <a:lvl5pPr algn="r">
              <a:defRPr sz="1200" b="0">
                <a:solidFill>
                  <a:srgbClr val="777777"/>
                </a:solidFill>
                <a:latin typeface="Arial Unicode MS"/>
                <a:ea typeface="Arial Unicode MS"/>
                <a:cs typeface="Arial Unicode MS"/>
              </a:defRPr>
            </a:lvl5pPr>
            <a:lvl6pPr algn="r">
              <a:defRPr sz="1200" b="0">
                <a:solidFill>
                  <a:srgbClr val="777777"/>
                </a:solidFill>
                <a:latin typeface="Arial Unicode MS"/>
                <a:ea typeface="Arial Unicode MS"/>
                <a:cs typeface="Arial Unicode MS"/>
              </a:defRPr>
            </a:lvl6pPr>
            <a:lvl7pPr algn="r">
              <a:defRPr sz="1200" b="0">
                <a:solidFill>
                  <a:srgbClr val="777777"/>
                </a:solidFill>
                <a:latin typeface="Arial Unicode MS"/>
                <a:ea typeface="Arial Unicode MS"/>
                <a:cs typeface="Arial Unicode MS"/>
              </a:defRPr>
            </a:lvl7pPr>
            <a:lvl8pPr algn="r">
              <a:defRPr sz="1200" b="0">
                <a:solidFill>
                  <a:srgbClr val="777777"/>
                </a:solidFill>
                <a:latin typeface="Arial Unicode MS"/>
                <a:ea typeface="Arial Unicode MS"/>
                <a:cs typeface="Arial Unicode MS"/>
              </a:defRPr>
            </a:lvl8pPr>
            <a:lvl9pPr algn="r">
              <a:defRPr sz="1200" b="0">
                <a:solidFill>
                  <a:srgbClr val="777777"/>
                </a:solidFill>
                <a:latin typeface="Arial Unicode MS"/>
                <a:ea typeface="Arial Unicode MS"/>
                <a:cs typeface="Arial Unicode MS"/>
              </a:defRPr>
            </a:lvl9pPr>
          </a:lstStyle>
          <a:p xmlns:a="http://schemas.openxmlformats.org/drawingml/2006/main">
            <a:pPr algn="r">
              <a:defRPr sz="1200" b="0">
                <a:solidFill>
                  <a:srgbClr val="777777"/>
                </a:solidFill>
                <a:latin typeface="Arial Unicode MS"/>
                <a:ea typeface="Arial Unicode MS"/>
                <a:cs typeface="Arial Unicode MS"/>
              </a:defRPr>
            </a:pPr>
            <a:r>
              <a:rPr sz="1200" b="0">
                <a:solidFill>
                  <a:srgbClr val="777777"/>
                </a:solidFill>
                <a:latin typeface="Arial Unicode MS"/>
                <a:ea typeface="Arial Unicode MS"/>
                <a:cs typeface="Arial Unicode MS"/>
              </a:rPr>
              <a:t>13 / 16</a:t>
            </a:r>
          </a:p>
        </p:txBody>
      </p:sp>
      <p:sp>
        <p:nvSpPr>
          <p:cNvPr id="11" name="">
            <a:extLst xmlns:a="http://schemas.openxmlformats.org/drawingml/2006/main">
              <a:ext uri="{FF2B5EF4-FFF2-40B4-BE49-F238E27FC236}">
                <a16:creationId xmlns:a16="http://schemas.microsoft.com/office/drawing/2014/main" id="{D81CF496-D3BA-4DFB-BC43-533580E49035}"/>
              </a:ext>
            </a:extLst>
          </p:cNvPr>
          <p:cNvSpPr>
            <a:spLocks xmlns:a="http://schemas.openxmlformats.org/drawingml/2006/main" noGrp="1"/>
          </p:cNvSpPr>
          <p:nvPr/>
        </p:nvSpPr>
        <p:spPr>
          <a:xfrm xmlns:a="http://schemas.openxmlformats.org/drawingml/2006/main">
            <a:off x="2047875" y="1952625"/>
            <a:ext cx="885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11111"/>
                </a:solidFill>
                <a:latin typeface="Arial Unicode MS"/>
                <a:ea typeface="Arial Unicode MS"/>
                <a:cs typeface="Arial Unicode MS"/>
              </a:defRPr>
            </a:defPPr>
            <a:lvl1pPr algn="l">
              <a:defRPr sz="2025" b="0">
                <a:solidFill>
                  <a:srgbClr val="111111"/>
                </a:solidFill>
                <a:latin typeface="Arial Unicode MS"/>
                <a:ea typeface="Arial Unicode MS"/>
                <a:cs typeface="Arial Unicode MS"/>
              </a:defRPr>
            </a:lvl1pPr>
            <a:lvl2pPr algn="l">
              <a:defRPr sz="2025" b="0">
                <a:solidFill>
                  <a:srgbClr val="111111"/>
                </a:solidFill>
                <a:latin typeface="Arial Unicode MS"/>
                <a:ea typeface="Arial Unicode MS"/>
                <a:cs typeface="Arial Unicode MS"/>
              </a:defRPr>
            </a:lvl2pPr>
            <a:lvl3pPr algn="l">
              <a:defRPr sz="2025" b="0">
                <a:solidFill>
                  <a:srgbClr val="111111"/>
                </a:solidFill>
                <a:latin typeface="Arial Unicode MS"/>
                <a:ea typeface="Arial Unicode MS"/>
                <a:cs typeface="Arial Unicode MS"/>
              </a:defRPr>
            </a:lvl3pPr>
            <a:lvl4pPr algn="l">
              <a:defRPr sz="2025" b="0">
                <a:solidFill>
                  <a:srgbClr val="111111"/>
                </a:solidFill>
                <a:latin typeface="Arial Unicode MS"/>
                <a:ea typeface="Arial Unicode MS"/>
                <a:cs typeface="Arial Unicode MS"/>
              </a:defRPr>
            </a:lvl4pPr>
            <a:lvl5pPr algn="l">
              <a:defRPr sz="2025" b="0">
                <a:solidFill>
                  <a:srgbClr val="111111"/>
                </a:solidFill>
                <a:latin typeface="Arial Unicode MS"/>
                <a:ea typeface="Arial Unicode MS"/>
                <a:cs typeface="Arial Unicode MS"/>
              </a:defRPr>
            </a:lvl5pPr>
            <a:lvl6pPr algn="l">
              <a:defRPr sz="2025" b="0">
                <a:solidFill>
                  <a:srgbClr val="111111"/>
                </a:solidFill>
                <a:latin typeface="Arial Unicode MS"/>
                <a:ea typeface="Arial Unicode MS"/>
                <a:cs typeface="Arial Unicode MS"/>
              </a:defRPr>
            </a:lvl6pPr>
            <a:lvl7pPr algn="l">
              <a:defRPr sz="2025" b="0">
                <a:solidFill>
                  <a:srgbClr val="111111"/>
                </a:solidFill>
                <a:latin typeface="Arial Unicode MS"/>
                <a:ea typeface="Arial Unicode MS"/>
                <a:cs typeface="Arial Unicode MS"/>
              </a:defRPr>
            </a:lvl7pPr>
            <a:lvl8pPr algn="l">
              <a:defRPr sz="2025" b="0">
                <a:solidFill>
                  <a:srgbClr val="111111"/>
                </a:solidFill>
                <a:latin typeface="Arial Unicode MS"/>
                <a:ea typeface="Arial Unicode MS"/>
                <a:cs typeface="Arial Unicode MS"/>
              </a:defRPr>
            </a:lvl8pPr>
            <a:lvl9pPr algn="l">
              <a:defRPr sz="2025" b="0">
                <a:solidFill>
                  <a:srgbClr val="111111"/>
                </a:solidFill>
                <a:latin typeface="Arial Unicode MS"/>
                <a:ea typeface="Arial Unicode MS"/>
                <a:cs typeface="Arial Unicode MS"/>
              </a:defRPr>
            </a:lvl9pPr>
          </a:lstStyle>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One matched comparison changes only reasoning level.</a:t>
            </a:r>
          </a:p>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Reserve = 16,384 and keep recent = 4,000</a:t>
            </a:r>
          </a:p>
        </p:txBody>
      </p:sp>
      <p:graphicFrame>
        <p:nvGraphicFramePr>
          <p:cNvPr id="12" name="">
            <a:extLst xmlns:a="http://schemas.openxmlformats.org/drawingml/2006/main">
              <a:ext uri="{FF2B5EF4-FFF2-40B4-BE49-F238E27FC236}">
                <a16:creationId xmlns:a16="http://schemas.microsoft.com/office/drawing/2014/main" id="{A3EEEC21-990D-413B-9A5F-C9ED57D63006}"/>
              </a:ext>
            </a:extLst>
          </p:cNvPr>
          <p:cNvGraphicFramePr/>
          <p:nvPr/>
        </p:nvGraphicFramePr>
        <p:xfrm>
          <a:off xmlns:a="http://schemas.openxmlformats.org/drawingml/2006/main" x="1952625" y="3143250"/>
          <a:ext xmlns:a="http://schemas.openxmlformats.org/drawingml/2006/main" cx="8953500" cy="2000250"/>
        </p:xfrm>
        <a:graphic xmlns:a="http://schemas.openxmlformats.org/drawingml/2006/main">
          <a:graphicData uri="http://schemas.openxmlformats.org/drawingml/2006/table">
            <a:tbl>
              <a:tblPr/>
              <a:tblGrid>
                <a:gridCol w="1809750"/>
                <a:gridCol w="1809750"/>
                <a:gridCol w="1333500"/>
                <a:gridCol w="1905000"/>
                <a:gridCol w="2095500"/>
              </a:tblGrid>
              <a:tr h="666750">
                <a:tc>
                  <a:txBody>
                    <a:bodyPr wrap="square" lIns="85725" tIns="85725" rIns="85725" bIns="85725">
                      <a:noAutofit/>
                    </a:bodyPr>
                    <a:lstStyle/>
                    <a:p>
                      <a:pPr algn="l"/>
                      <a:r>
                        <a:rPr sz="1875" b="1">
                          <a:solidFill>
                            <a:srgbClr val="FFFFFF"/>
                          </a:solidFill>
                          <a:latin typeface="Arial Unicode MS"/>
                          <a:ea typeface="Arial Unicode MS"/>
                          <a:cs typeface="Arial Unicode MS"/>
                        </a:rPr>
                        <a:t>Candidate</a:t>
                      </a:r>
                    </a:p>
                  </a:txBody>
                  <a:tcPr marL="91440" marR="91440" marT="45720" marB="45720" anchor="ctr">
                    <a:lnL w="9525">
                      <a:solidFill>
                        <a:srgbClr val="D5D5E0"/>
                      </a:solidFill>
                      <a:prstDash val="solid"/>
                    </a:lnL>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875" b="1">
                          <a:solidFill>
                            <a:srgbClr val="FFFFFF"/>
                          </a:solidFill>
                          <a:latin typeface="Arial Unicode MS"/>
                          <a:ea typeface="Arial Unicode MS"/>
                          <a:cs typeface="Arial Unicode MS"/>
                        </a:rPr>
                        <a:t>Reasoning</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875" b="1">
                          <a:solidFill>
                            <a:srgbClr val="FFFFFF"/>
                          </a:solidFill>
                          <a:latin typeface="Arial Unicode MS"/>
                          <a:ea typeface="Arial Unicode MS"/>
                          <a:cs typeface="Arial Unicode MS"/>
                        </a:rPr>
                        <a:t>Passes</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875" b="1">
                          <a:solidFill>
                            <a:srgbClr val="FFFFFF"/>
                          </a:solidFill>
                          <a:latin typeface="Arial Unicode MS"/>
                          <a:ea typeface="Arial Unicode MS"/>
                          <a:cs typeface="Arial Unicode MS"/>
                        </a:rPr>
                        <a:t>Cost</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875" b="1">
                          <a:solidFill>
                            <a:srgbClr val="FFFFFF"/>
                          </a:solidFill>
                          <a:latin typeface="Arial Unicode MS"/>
                          <a:ea typeface="Arial Unicode MS"/>
                          <a:cs typeface="Arial Unicode MS"/>
                        </a:rPr>
                        <a:t>Wall time</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r>
              <a:tr h="666750">
                <a:tc>
                  <a:txBody>
                    <a:bodyPr wrap="square" lIns="85725" tIns="85725" rIns="85725" bIns="85725">
                      <a:noAutofit/>
                    </a:bodyPr>
                    <a:lstStyle/>
                    <a:p>
                      <a:pPr algn="l"/>
                      <a:r>
                        <a:rPr sz="1875" b="0">
                          <a:solidFill>
                            <a:srgbClr val="111111"/>
                          </a:solidFill>
                          <a:latin typeface="Arial Unicode MS"/>
                          <a:ea typeface="Arial Unicode MS"/>
                          <a:cs typeface="Arial Unicode MS"/>
                        </a:rPr>
                        <a:t>bo-002</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medium</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3/8</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$1.0629</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32.22 min</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r h="666750">
                <a:tc>
                  <a:txBody>
                    <a:bodyPr wrap="square" lIns="85725" tIns="85725" rIns="85725" bIns="85725">
                      <a:noAutofit/>
                    </a:bodyPr>
                    <a:lstStyle/>
                    <a:p>
                      <a:pPr algn="l"/>
                      <a:r>
                        <a:rPr sz="1875" b="0">
                          <a:solidFill>
                            <a:srgbClr val="111111"/>
                          </a:solidFill>
                          <a:latin typeface="Arial Unicode MS"/>
                          <a:ea typeface="Arial Unicode MS"/>
                          <a:cs typeface="Arial Unicode MS"/>
                        </a:rPr>
                        <a:t>bo-003</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low</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2/8</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$0.2538</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12.06 min</a:t>
                      </a:r>
                    </a:p>
                  </a:txBody>
                  <a:tcPr marL="91440" marR="91440" marT="45720" marB="45720" anchor="ctr">
                    <a:lnR w="9525">
                      <a:solidFill>
                        <a:srgbClr val="D5D5E0"/>
                      </a:solidFill>
                      <a:prstDash val="solid"/>
                    </a:lnR>
                    <a:lnB w="9525">
                      <a:solidFill>
                        <a:srgbClr val="D5D5E0"/>
                      </a:solidFill>
                      <a:prstDash val="solid"/>
                    </a:lnB>
                    <a:solidFill>
                      <a:srgbClr val="F3F3F8"/>
                    </a:solidFill>
                  </a:tcPr>
                </a:tc>
              </a:tr>
            </a:tbl>
          </a:graphicData>
        </a:graphic>
      </p:graphicFrame>
      <p:sp>
        <p:nvSpPr>
          <p:cNvPr id="13" name="">
            <a:extLst xmlns:a="http://schemas.openxmlformats.org/drawingml/2006/main">
              <a:ext uri="{FF2B5EF4-FFF2-40B4-BE49-F238E27FC236}">
                <a16:creationId xmlns:a16="http://schemas.microsoft.com/office/drawing/2014/main" id="{CE4BA6CB-7D21-4154-A2AA-D23EC2CCFF34}"/>
              </a:ext>
            </a:extLst>
          </p:cNvPr>
          <p:cNvSpPr>
            <a:spLocks xmlns:a="http://schemas.openxmlformats.org/drawingml/2006/main" noGrp="1"/>
          </p:cNvSpPr>
          <p:nvPr/>
        </p:nvSpPr>
        <p:spPr>
          <a:xfrm xmlns:a="http://schemas.openxmlformats.org/drawingml/2006/main">
            <a:off x="2047875" y="5476875"/>
            <a:ext cx="885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11111"/>
                </a:solidFill>
                <a:latin typeface="Arial Unicode MS"/>
                <a:ea typeface="Arial Unicode MS"/>
                <a:cs typeface="Arial Unicode MS"/>
              </a:defRPr>
            </a:defPPr>
            <a:lvl1pPr algn="l">
              <a:defRPr sz="1950" b="0">
                <a:solidFill>
                  <a:srgbClr val="111111"/>
                </a:solidFill>
                <a:latin typeface="Arial Unicode MS"/>
                <a:ea typeface="Arial Unicode MS"/>
                <a:cs typeface="Arial Unicode MS"/>
              </a:defRPr>
            </a:lvl1pPr>
            <a:lvl2pPr algn="l">
              <a:defRPr sz="1950" b="0">
                <a:solidFill>
                  <a:srgbClr val="111111"/>
                </a:solidFill>
                <a:latin typeface="Arial Unicode MS"/>
                <a:ea typeface="Arial Unicode MS"/>
                <a:cs typeface="Arial Unicode MS"/>
              </a:defRPr>
            </a:lvl2pPr>
            <a:lvl3pPr algn="l">
              <a:defRPr sz="1950" b="0">
                <a:solidFill>
                  <a:srgbClr val="111111"/>
                </a:solidFill>
                <a:latin typeface="Arial Unicode MS"/>
                <a:ea typeface="Arial Unicode MS"/>
                <a:cs typeface="Arial Unicode MS"/>
              </a:defRPr>
            </a:lvl3pPr>
            <a:lvl4pPr algn="l">
              <a:defRPr sz="1950" b="0">
                <a:solidFill>
                  <a:srgbClr val="111111"/>
                </a:solidFill>
                <a:latin typeface="Arial Unicode MS"/>
                <a:ea typeface="Arial Unicode MS"/>
                <a:cs typeface="Arial Unicode MS"/>
              </a:defRPr>
            </a:lvl4pPr>
            <a:lvl5pPr algn="l">
              <a:defRPr sz="1950" b="0">
                <a:solidFill>
                  <a:srgbClr val="111111"/>
                </a:solidFill>
                <a:latin typeface="Arial Unicode MS"/>
                <a:ea typeface="Arial Unicode MS"/>
                <a:cs typeface="Arial Unicode MS"/>
              </a:defRPr>
            </a:lvl5pPr>
            <a:lvl6pPr algn="l">
              <a:defRPr sz="1950" b="0">
                <a:solidFill>
                  <a:srgbClr val="111111"/>
                </a:solidFill>
                <a:latin typeface="Arial Unicode MS"/>
                <a:ea typeface="Arial Unicode MS"/>
                <a:cs typeface="Arial Unicode MS"/>
              </a:defRPr>
            </a:lvl6pPr>
            <a:lvl7pPr algn="l">
              <a:defRPr sz="1950" b="0">
                <a:solidFill>
                  <a:srgbClr val="111111"/>
                </a:solidFill>
                <a:latin typeface="Arial Unicode MS"/>
                <a:ea typeface="Arial Unicode MS"/>
                <a:cs typeface="Arial Unicode MS"/>
              </a:defRPr>
            </a:lvl7pPr>
            <a:lvl8pPr algn="l">
              <a:defRPr sz="1950" b="0">
                <a:solidFill>
                  <a:srgbClr val="111111"/>
                </a:solidFill>
                <a:latin typeface="Arial Unicode MS"/>
                <a:ea typeface="Arial Unicode MS"/>
                <a:cs typeface="Arial Unicode MS"/>
              </a:defRPr>
            </a:lvl8pPr>
            <a:lvl9pPr algn="l">
              <a:defRPr sz="1950" b="0">
                <a:solidFill>
                  <a:srgbClr val="111111"/>
                </a:solidFill>
                <a:latin typeface="Arial Unicode MS"/>
                <a:ea typeface="Arial Unicode MS"/>
                <a:cs typeface="Arial Unicode MS"/>
              </a:defRPr>
            </a:lvl9pPr>
          </a:lstStyle>
          <a:p xmlns:a="http://schemas.openxmlformats.org/drawingml/2006/main">
            <a:pPr algn="l">
              <a:defRPr sz="1950" b="0">
                <a:solidFill>
                  <a:srgbClr val="111111"/>
                </a:solidFill>
                <a:latin typeface="Arial Unicode MS"/>
                <a:ea typeface="Arial Unicode MS"/>
                <a:cs typeface="Arial Unicode MS"/>
              </a:defRPr>
            </a:pPr>
            <a:r>
              <a:rPr sz="1950" b="0">
                <a:solidFill>
                  <a:srgbClr val="111111"/>
                </a:solidFill>
                <a:latin typeface="Arial Unicode MS"/>
                <a:ea typeface="Arial Unicode MS"/>
                <a:cs typeface="Arial Unicode MS"/>
              </a:rPr>
              <a:t>Medium solves one more task at 4.19 times the cost.</a:t>
            </a:r>
          </a:p>
          <a:p xmlns:a="http://schemas.openxmlformats.org/drawingml/2006/main">
            <a:pPr algn="l">
              <a:defRPr sz="1950" b="0">
                <a:solidFill>
                  <a:srgbClr val="111111"/>
                </a:solidFill>
                <a:latin typeface="Arial Unicode MS"/>
                <a:ea typeface="Arial Unicode MS"/>
                <a:cs typeface="Arial Unicode MS"/>
              </a:defRPr>
            </a:pPr>
            <a:r>
              <a:rPr sz="1950" b="0">
                <a:solidFill>
                  <a:srgbClr val="111111"/>
                </a:solidFill>
                <a:latin typeface="Arial Unicode MS"/>
                <a:ea typeface="Arial Unicode MS"/>
                <a:cs typeface="Arial Unicode MS"/>
              </a:rPr>
              <a:t>One evaluation per configuration limits causal interpretation.</a:t>
            </a:r>
          </a:p>
        </p:txBody>
      </p:sp>
      <p:sp>
        <p:nvSpPr>
          <p:cNvPr id="14" name="">
            <a:extLst xmlns:a="http://schemas.openxmlformats.org/drawingml/2006/main">
              <a:ext uri="{FF2B5EF4-FFF2-40B4-BE49-F238E27FC236}">
                <a16:creationId xmlns:a16="http://schemas.microsoft.com/office/drawing/2014/main" id="{C4AA4772-354E-41FE-A819-D2CDA5946D5C}"/>
              </a:ext>
            </a:extLst>
          </p:cNvPr>
          <p:cNvSpPr>
            <a:spLocks xmlns:a="http://schemas.openxmlformats.org/drawingml/2006/main" noGrp="1"/>
          </p:cNvSpPr>
          <p:nvPr/>
        </p:nvSpPr>
        <p:spPr>
          <a:xfrm xmlns:a="http://schemas.openxmlformats.org/drawingml/2006/main">
            <a:off x="1924050" y="6286500"/>
            <a:ext cx="9029700" cy="1571625"/>
          </a:xfrm>
          <a:prstGeom xmlns:a="http://schemas.openxmlformats.org/drawingml/2006/main" prst="rect">
            <a:avLst/>
          </a:prstGeom>
          <a:solidFill xmlns:a="http://schemas.openxmlformats.org/drawingml/2006/main">
            <a:srgbClr val="EAEAF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708CFCE-D664-43B8-B3DE-766F92115C8F}"/>
              </a:ext>
            </a:extLst>
          </p:cNvPr>
          <p:cNvSpPr>
            <a:spLocks xmlns:a="http://schemas.openxmlformats.org/drawingml/2006/main" noGrp="1"/>
          </p:cNvSpPr>
          <p:nvPr/>
        </p:nvSpPr>
        <p:spPr>
          <a:xfrm xmlns:a="http://schemas.openxmlformats.org/drawingml/2006/main">
            <a:off x="1924050" y="6286500"/>
            <a:ext cx="9029700" cy="409575"/>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F7E9681-C7CC-4C6E-848D-67008F199010}"/>
              </a:ext>
            </a:extLst>
          </p:cNvPr>
          <p:cNvSpPr>
            <a:spLocks xmlns:a="http://schemas.openxmlformats.org/drawingml/2006/main" noGrp="1"/>
          </p:cNvSpPr>
          <p:nvPr/>
        </p:nvSpPr>
        <p:spPr>
          <a:xfrm xmlns:a="http://schemas.openxmlformats.org/drawingml/2006/main">
            <a:off x="2076450" y="6305550"/>
            <a:ext cx="8715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FFFFFF"/>
                </a:solidFill>
                <a:latin typeface="Arial Unicode MS"/>
                <a:ea typeface="Arial Unicode MS"/>
                <a:cs typeface="Arial Unicode MS"/>
              </a:defRPr>
            </a:defPPr>
            <a:lvl1pPr algn="l">
              <a:defRPr sz="1875" b="0">
                <a:solidFill>
                  <a:srgbClr val="FFFFFF"/>
                </a:solidFill>
                <a:latin typeface="Arial Unicode MS"/>
                <a:ea typeface="Arial Unicode MS"/>
                <a:cs typeface="Arial Unicode MS"/>
              </a:defRPr>
            </a:lvl1pPr>
            <a:lvl2pPr algn="l">
              <a:defRPr sz="1875" b="0">
                <a:solidFill>
                  <a:srgbClr val="FFFFFF"/>
                </a:solidFill>
                <a:latin typeface="Arial Unicode MS"/>
                <a:ea typeface="Arial Unicode MS"/>
                <a:cs typeface="Arial Unicode MS"/>
              </a:defRPr>
            </a:lvl2pPr>
            <a:lvl3pPr algn="l">
              <a:defRPr sz="1875" b="0">
                <a:solidFill>
                  <a:srgbClr val="FFFFFF"/>
                </a:solidFill>
                <a:latin typeface="Arial Unicode MS"/>
                <a:ea typeface="Arial Unicode MS"/>
                <a:cs typeface="Arial Unicode MS"/>
              </a:defRPr>
            </a:lvl3pPr>
            <a:lvl4pPr algn="l">
              <a:defRPr sz="1875" b="0">
                <a:solidFill>
                  <a:srgbClr val="FFFFFF"/>
                </a:solidFill>
                <a:latin typeface="Arial Unicode MS"/>
                <a:ea typeface="Arial Unicode MS"/>
                <a:cs typeface="Arial Unicode MS"/>
              </a:defRPr>
            </a:lvl4pPr>
            <a:lvl5pPr algn="l">
              <a:defRPr sz="1875" b="0">
                <a:solidFill>
                  <a:srgbClr val="FFFFFF"/>
                </a:solidFill>
                <a:latin typeface="Arial Unicode MS"/>
                <a:ea typeface="Arial Unicode MS"/>
                <a:cs typeface="Arial Unicode MS"/>
              </a:defRPr>
            </a:lvl5pPr>
            <a:lvl6pPr algn="l">
              <a:defRPr sz="1875" b="0">
                <a:solidFill>
                  <a:srgbClr val="FFFFFF"/>
                </a:solidFill>
                <a:latin typeface="Arial Unicode MS"/>
                <a:ea typeface="Arial Unicode MS"/>
                <a:cs typeface="Arial Unicode MS"/>
              </a:defRPr>
            </a:lvl6pPr>
            <a:lvl7pPr algn="l">
              <a:defRPr sz="1875" b="0">
                <a:solidFill>
                  <a:srgbClr val="FFFFFF"/>
                </a:solidFill>
                <a:latin typeface="Arial Unicode MS"/>
                <a:ea typeface="Arial Unicode MS"/>
                <a:cs typeface="Arial Unicode MS"/>
              </a:defRPr>
            </a:lvl7pPr>
            <a:lvl8pPr algn="l">
              <a:defRPr sz="1875" b="0">
                <a:solidFill>
                  <a:srgbClr val="FFFFFF"/>
                </a:solidFill>
                <a:latin typeface="Arial Unicode MS"/>
                <a:ea typeface="Arial Unicode MS"/>
                <a:cs typeface="Arial Unicode MS"/>
              </a:defRPr>
            </a:lvl8pPr>
            <a:lvl9pPr algn="l">
              <a:defRPr sz="1875" b="0">
                <a:solidFill>
                  <a:srgbClr val="FFFFFF"/>
                </a:solidFill>
                <a:latin typeface="Arial Unicode MS"/>
                <a:ea typeface="Arial Unicode MS"/>
                <a:cs typeface="Arial Unicode MS"/>
              </a:defRPr>
            </a:lvl9pPr>
          </a:lstStyle>
          <a:p xmlns:a="http://schemas.openxmlformats.org/drawingml/2006/main">
            <a:pPr algn="l">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Compaction evidence</a:t>
            </a:r>
          </a:p>
        </p:txBody>
      </p:sp>
      <p:sp>
        <p:nvSpPr>
          <p:cNvPr id="17" name="">
            <a:extLst xmlns:a="http://schemas.openxmlformats.org/drawingml/2006/main">
              <a:ext uri="{FF2B5EF4-FFF2-40B4-BE49-F238E27FC236}">
                <a16:creationId xmlns:a16="http://schemas.microsoft.com/office/drawing/2014/main" id="{6FC585E7-EE4B-42EF-B1F9-843C87B91CBF}"/>
              </a:ext>
            </a:extLst>
          </p:cNvPr>
          <p:cNvSpPr>
            <a:spLocks xmlns:a="http://schemas.openxmlformats.org/drawingml/2006/main" noGrp="1"/>
          </p:cNvSpPr>
          <p:nvPr/>
        </p:nvSpPr>
        <p:spPr>
          <a:xfrm xmlns:a="http://schemas.openxmlformats.org/drawingml/2006/main">
            <a:off x="2133600" y="6838950"/>
            <a:ext cx="857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111111"/>
                </a:solidFill>
                <a:latin typeface="Arial Unicode MS"/>
                <a:ea typeface="Arial Unicode MS"/>
                <a:cs typeface="Arial Unicode MS"/>
              </a:defRPr>
            </a:defPPr>
            <a:lvl1pPr algn="l">
              <a:defRPr sz="1650" b="0">
                <a:solidFill>
                  <a:srgbClr val="111111"/>
                </a:solidFill>
                <a:latin typeface="Arial Unicode MS"/>
                <a:ea typeface="Arial Unicode MS"/>
                <a:cs typeface="Arial Unicode MS"/>
              </a:defRPr>
            </a:lvl1pPr>
            <a:lvl2pPr algn="l">
              <a:defRPr sz="1650" b="0">
                <a:solidFill>
                  <a:srgbClr val="111111"/>
                </a:solidFill>
                <a:latin typeface="Arial Unicode MS"/>
                <a:ea typeface="Arial Unicode MS"/>
                <a:cs typeface="Arial Unicode MS"/>
              </a:defRPr>
            </a:lvl2pPr>
            <a:lvl3pPr algn="l">
              <a:defRPr sz="1650" b="0">
                <a:solidFill>
                  <a:srgbClr val="111111"/>
                </a:solidFill>
                <a:latin typeface="Arial Unicode MS"/>
                <a:ea typeface="Arial Unicode MS"/>
                <a:cs typeface="Arial Unicode MS"/>
              </a:defRPr>
            </a:lvl3pPr>
            <a:lvl4pPr algn="l">
              <a:defRPr sz="1650" b="0">
                <a:solidFill>
                  <a:srgbClr val="111111"/>
                </a:solidFill>
                <a:latin typeface="Arial Unicode MS"/>
                <a:ea typeface="Arial Unicode MS"/>
                <a:cs typeface="Arial Unicode MS"/>
              </a:defRPr>
            </a:lvl4pPr>
            <a:lvl5pPr algn="l">
              <a:defRPr sz="1650" b="0">
                <a:solidFill>
                  <a:srgbClr val="111111"/>
                </a:solidFill>
                <a:latin typeface="Arial Unicode MS"/>
                <a:ea typeface="Arial Unicode MS"/>
                <a:cs typeface="Arial Unicode MS"/>
              </a:defRPr>
            </a:lvl5pPr>
            <a:lvl6pPr algn="l">
              <a:defRPr sz="1650" b="0">
                <a:solidFill>
                  <a:srgbClr val="111111"/>
                </a:solidFill>
                <a:latin typeface="Arial Unicode MS"/>
                <a:ea typeface="Arial Unicode MS"/>
                <a:cs typeface="Arial Unicode MS"/>
              </a:defRPr>
            </a:lvl6pPr>
            <a:lvl7pPr algn="l">
              <a:defRPr sz="1650" b="0">
                <a:solidFill>
                  <a:srgbClr val="111111"/>
                </a:solidFill>
                <a:latin typeface="Arial Unicode MS"/>
                <a:ea typeface="Arial Unicode MS"/>
                <a:cs typeface="Arial Unicode MS"/>
              </a:defRPr>
            </a:lvl7pPr>
            <a:lvl8pPr algn="l">
              <a:defRPr sz="1650" b="0">
                <a:solidFill>
                  <a:srgbClr val="111111"/>
                </a:solidFill>
                <a:latin typeface="Arial Unicode MS"/>
                <a:ea typeface="Arial Unicode MS"/>
                <a:cs typeface="Arial Unicode MS"/>
              </a:defRPr>
            </a:lvl8pPr>
            <a:lvl9pPr algn="l">
              <a:defRPr sz="1650" b="0">
                <a:solidFill>
                  <a:srgbClr val="111111"/>
                </a:solidFill>
                <a:latin typeface="Arial Unicode MS"/>
                <a:ea typeface="Arial Unicode MS"/>
                <a:cs typeface="Arial Unicode MS"/>
              </a:defRPr>
            </a:lvl9pPr>
          </a:lstStyle>
          <a:p xmlns:a="http://schemas.openxmlformats.org/drawingml/2006/main">
            <a:pPr algn="l">
              <a:defRPr sz="1650" b="0">
                <a:solidFill>
                  <a:srgbClr val="111111"/>
                </a:solidFill>
                <a:latin typeface="Arial Unicode MS"/>
                <a:ea typeface="Arial Unicode MS"/>
                <a:cs typeface="Arial Unicode MS"/>
              </a:defRPr>
            </a:pPr>
            <a:r>
              <a:rPr sz="1650" b="0">
                <a:solidFill>
                  <a:srgbClr val="111111"/>
                </a:solidFill>
                <a:latin typeface="Arial Unicode MS"/>
                <a:ea typeface="Arial Unicode MS"/>
                <a:cs typeface="Arial Unicode MS"/>
              </a:rPr>
              <a:t>Six completed compactions occur across five attempts.</a:t>
            </a:r>
          </a:p>
          <a:p xmlns:a="http://schemas.openxmlformats.org/drawingml/2006/main">
            <a:pPr algn="l">
              <a:defRPr sz="1650" b="0">
                <a:solidFill>
                  <a:srgbClr val="111111"/>
                </a:solidFill>
                <a:latin typeface="Arial Unicode MS"/>
                <a:ea typeface="Arial Unicode MS"/>
                <a:cs typeface="Arial Unicode MS"/>
              </a:defRPr>
            </a:pPr>
            <a:r>
              <a:rPr sz="1650" b="0">
                <a:solidFill>
                  <a:srgbClr val="111111"/>
                </a:solidFill>
                <a:latin typeface="Arial Unicode MS"/>
                <a:ea typeface="Arial Unicode MS"/>
                <a:cs typeface="Arial Unicode MS"/>
              </a:rPr>
              <a:t>None occur in the four frozen validation selections.</a:t>
            </a:r>
          </a:p>
          <a:p xmlns:a="http://schemas.openxmlformats.org/drawingml/2006/main">
            <a:pPr algn="l">
              <a:defRPr sz="1650" b="0">
                <a:solidFill>
                  <a:srgbClr val="111111"/>
                </a:solidFill>
                <a:latin typeface="Arial Unicode MS"/>
                <a:ea typeface="Arial Unicode MS"/>
                <a:cs typeface="Arial Unicode MS"/>
              </a:defRPr>
            </a:pPr>
            <a:r>
              <a:rPr sz="1650" b="0">
                <a:solidFill>
                  <a:srgbClr val="111111"/>
                </a:solidFill>
                <a:latin typeface="Arial Unicode MS"/>
                <a:ea typeface="Arial Unicode MS"/>
                <a:cs typeface="Arial Unicode MS"/>
              </a:rPr>
              <a:t>The score gap cannot establish a keepRecentTokens effect.</a:t>
            </a:r>
          </a:p>
        </p:txBody>
      </p:sp>
    </p:spTree>
    <p:extLst>
      <p:ext uri="{BB962C8B-B14F-4D97-AF65-F5344CB8AC3E}">
        <p14:creationId xmlns:p14="http://schemas.microsoft.com/office/powerpoint/2010/main" val="95842206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62596B9-741C-4398-84E1-89E4D0C688E0}"/>
              </a:ext>
            </a:extLst>
          </p:cNvPr>
          <p:cNvSpPr>
            <a:spLocks xmlns:a="http://schemas.openxmlformats.org/drawingml/2006/main" noGrp="1"/>
          </p:cNvSpPr>
          <p:nvPr/>
        </p:nvSpPr>
        <p:spPr>
          <a:xfrm xmlns:a="http://schemas.openxmlformats.org/drawingml/2006/main">
            <a:off x="0" y="0"/>
            <a:ext cx="11430000" cy="142875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5365C9C-09ED-4A59-AA8F-C5AE30FE77F3}"/>
              </a:ext>
            </a:extLst>
          </p:cNvPr>
          <p:cNvSpPr>
            <a:spLocks xmlns:a="http://schemas.openxmlformats.org/drawingml/2006/main" noGrp="1"/>
          </p:cNvSpPr>
          <p:nvPr/>
        </p:nvSpPr>
        <p:spPr>
          <a:xfrm xmlns:a="http://schemas.openxmlformats.org/drawingml/2006/main">
            <a:off x="0" y="0"/>
            <a:ext cx="1428750" cy="857250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D4C1B20-582A-4B7A-9BBF-F631135D282C}"/>
              </a:ext>
            </a:extLst>
          </p:cNvPr>
          <p:cNvSpPr>
            <a:spLocks xmlns:a="http://schemas.openxmlformats.org/drawingml/2006/main" noGrp="1"/>
          </p:cNvSpPr>
          <p:nvPr/>
        </p:nvSpPr>
        <p:spPr>
          <a:xfrm xmlns:a="http://schemas.openxmlformats.org/drawingml/2006/main">
            <a:off x="0" y="0"/>
            <a:ext cx="1428750" cy="1428750"/>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C0A12E7-8033-4DE4-8B8E-DA90E88C75B4}"/>
              </a:ext>
            </a:extLst>
          </p:cNvPr>
          <p:cNvSpPr>
            <a:spLocks xmlns:a="http://schemas.openxmlformats.org/drawingml/2006/main" noGrp="1"/>
          </p:cNvSpPr>
          <p:nvPr/>
        </p:nvSpPr>
        <p:spPr>
          <a:xfrm xmlns:a="http://schemas.openxmlformats.org/drawingml/2006/main">
            <a:off x="1952625" y="333375"/>
            <a:ext cx="895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FFFFFF"/>
                </a:solidFill>
                <a:latin typeface="Arial Unicode MS"/>
                <a:ea typeface="Arial Unicode MS"/>
                <a:cs typeface="Arial Unicode MS"/>
              </a:defRPr>
            </a:defPPr>
            <a:lvl1pPr algn="l">
              <a:defRPr sz="2625" b="0">
                <a:solidFill>
                  <a:srgbClr val="FFFFFF"/>
                </a:solidFill>
                <a:latin typeface="Arial Unicode MS"/>
                <a:ea typeface="Arial Unicode MS"/>
                <a:cs typeface="Arial Unicode MS"/>
              </a:defRPr>
            </a:lvl1pPr>
            <a:lvl2pPr algn="l">
              <a:defRPr sz="2625" b="0">
                <a:solidFill>
                  <a:srgbClr val="FFFFFF"/>
                </a:solidFill>
                <a:latin typeface="Arial Unicode MS"/>
                <a:ea typeface="Arial Unicode MS"/>
                <a:cs typeface="Arial Unicode MS"/>
              </a:defRPr>
            </a:lvl2pPr>
            <a:lvl3pPr algn="l">
              <a:defRPr sz="2625" b="0">
                <a:solidFill>
                  <a:srgbClr val="FFFFFF"/>
                </a:solidFill>
                <a:latin typeface="Arial Unicode MS"/>
                <a:ea typeface="Arial Unicode MS"/>
                <a:cs typeface="Arial Unicode MS"/>
              </a:defRPr>
            </a:lvl3pPr>
            <a:lvl4pPr algn="l">
              <a:defRPr sz="2625" b="0">
                <a:solidFill>
                  <a:srgbClr val="FFFFFF"/>
                </a:solidFill>
                <a:latin typeface="Arial Unicode MS"/>
                <a:ea typeface="Arial Unicode MS"/>
                <a:cs typeface="Arial Unicode MS"/>
              </a:defRPr>
            </a:lvl4pPr>
            <a:lvl5pPr algn="l">
              <a:defRPr sz="2625" b="0">
                <a:solidFill>
                  <a:srgbClr val="FFFFFF"/>
                </a:solidFill>
                <a:latin typeface="Arial Unicode MS"/>
                <a:ea typeface="Arial Unicode MS"/>
                <a:cs typeface="Arial Unicode MS"/>
              </a:defRPr>
            </a:lvl5pPr>
            <a:lvl6pPr algn="l">
              <a:defRPr sz="2625" b="0">
                <a:solidFill>
                  <a:srgbClr val="FFFFFF"/>
                </a:solidFill>
                <a:latin typeface="Arial Unicode MS"/>
                <a:ea typeface="Arial Unicode MS"/>
                <a:cs typeface="Arial Unicode MS"/>
              </a:defRPr>
            </a:lvl6pPr>
            <a:lvl7pPr algn="l">
              <a:defRPr sz="2625" b="0">
                <a:solidFill>
                  <a:srgbClr val="FFFFFF"/>
                </a:solidFill>
                <a:latin typeface="Arial Unicode MS"/>
                <a:ea typeface="Arial Unicode MS"/>
                <a:cs typeface="Arial Unicode MS"/>
              </a:defRPr>
            </a:lvl7pPr>
            <a:lvl8pPr algn="l">
              <a:defRPr sz="2625" b="0">
                <a:solidFill>
                  <a:srgbClr val="FFFFFF"/>
                </a:solidFill>
                <a:latin typeface="Arial Unicode MS"/>
                <a:ea typeface="Arial Unicode MS"/>
                <a:cs typeface="Arial Unicode MS"/>
              </a:defRPr>
            </a:lvl8pPr>
            <a:lvl9pPr algn="l">
              <a:defRPr sz="2625" b="0">
                <a:solidFill>
                  <a:srgbClr val="FFFFFF"/>
                </a:solidFill>
                <a:latin typeface="Arial Unicode MS"/>
                <a:ea typeface="Arial Unicode MS"/>
                <a:cs typeface="Arial Unicode MS"/>
              </a:defRPr>
            </a:lvl9pPr>
          </a:lstStyle>
          <a:p xmlns:a="http://schemas.openxmlformats.org/drawingml/2006/main">
            <a:pPr algn="l">
              <a:defRPr sz="2625" b="0">
                <a:solidFill>
                  <a:srgbClr val="FFFFFF"/>
                </a:solidFill>
                <a:latin typeface="Arial Unicode MS"/>
                <a:ea typeface="Arial Unicode MS"/>
                <a:cs typeface="Arial Unicode MS"/>
              </a:defRPr>
            </a:pPr>
            <a:r>
              <a:rPr sz="2625" b="0">
                <a:solidFill>
                  <a:srgbClr val="FFFFFF"/>
                </a:solidFill>
                <a:latin typeface="Arial Unicode MS"/>
                <a:ea typeface="Arial Unicode MS"/>
                <a:cs typeface="Arial Unicode MS"/>
              </a:rPr>
              <a:t>Failure cases and trace evidence</a:t>
            </a:r>
          </a:p>
        </p:txBody>
      </p:sp>
      <p:sp>
        <p:nvSpPr>
          <p:cNvPr id="6" name="">
            <a:extLst xmlns:a="http://schemas.openxmlformats.org/drawingml/2006/main">
              <a:ext uri="{FF2B5EF4-FFF2-40B4-BE49-F238E27FC236}">
                <a16:creationId xmlns:a16="http://schemas.microsoft.com/office/drawing/2014/main" id="{B0CD3BC8-A59C-4D61-B519-63D2C8BCCAF5}"/>
              </a:ext>
            </a:extLst>
          </p:cNvPr>
          <p:cNvSpPr>
            <a:spLocks xmlns:a="http://schemas.openxmlformats.org/drawingml/2006/main" noGrp="1"/>
          </p:cNvSpPr>
          <p:nvPr/>
        </p:nvSpPr>
        <p:spPr>
          <a:xfrm xmlns:a="http://schemas.openxmlformats.org/drawingml/2006/main">
            <a:off x="114300" y="27622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Problem</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design</a:t>
            </a:r>
          </a:p>
        </p:txBody>
      </p:sp>
      <p:sp>
        <p:nvSpPr>
          <p:cNvPr id="7" name="">
            <a:extLst xmlns:a="http://schemas.openxmlformats.org/drawingml/2006/main">
              <a:ext uri="{FF2B5EF4-FFF2-40B4-BE49-F238E27FC236}">
                <a16:creationId xmlns:a16="http://schemas.microsoft.com/office/drawing/2014/main" id="{0E7E586A-644A-495C-A60D-E8DDBA95008F}"/>
              </a:ext>
            </a:extLst>
          </p:cNvPr>
          <p:cNvSpPr>
            <a:spLocks xmlns:a="http://schemas.openxmlformats.org/drawingml/2006/main" noGrp="1"/>
          </p:cNvSpPr>
          <p:nvPr/>
        </p:nvSpPr>
        <p:spPr>
          <a:xfrm xmlns:a="http://schemas.openxmlformats.org/drawingml/2006/main">
            <a:off x="114300" y="37909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Search</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methods</a:t>
            </a:r>
          </a:p>
        </p:txBody>
      </p:sp>
      <p:sp>
        <p:nvSpPr>
          <p:cNvPr id="8" name="">
            <a:extLst xmlns:a="http://schemas.openxmlformats.org/drawingml/2006/main">
              <a:ext uri="{FF2B5EF4-FFF2-40B4-BE49-F238E27FC236}">
                <a16:creationId xmlns:a16="http://schemas.microsoft.com/office/drawing/2014/main" id="{73C730AD-1B17-469B-8FB4-D8969E92E3A1}"/>
              </a:ext>
            </a:extLst>
          </p:cNvPr>
          <p:cNvSpPr>
            <a:spLocks xmlns:a="http://schemas.openxmlformats.org/drawingml/2006/main" noGrp="1"/>
          </p:cNvSpPr>
          <p:nvPr/>
        </p:nvSpPr>
        <p:spPr>
          <a:xfrm xmlns:a="http://schemas.openxmlformats.org/drawingml/2006/main">
            <a:off x="114300" y="48196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Validation</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results</a:t>
            </a:r>
          </a:p>
        </p:txBody>
      </p:sp>
      <p:sp>
        <p:nvSpPr>
          <p:cNvPr id="9" name="">
            <a:extLst xmlns:a="http://schemas.openxmlformats.org/drawingml/2006/main">
              <a:ext uri="{FF2B5EF4-FFF2-40B4-BE49-F238E27FC236}">
                <a16:creationId xmlns:a16="http://schemas.microsoft.com/office/drawing/2014/main" id="{82CBE7B2-923B-4CFC-BD62-78888E2149E0}"/>
              </a:ext>
            </a:extLst>
          </p:cNvPr>
          <p:cNvSpPr>
            <a:spLocks xmlns:a="http://schemas.openxmlformats.org/drawingml/2006/main" noGrp="1"/>
          </p:cNvSpPr>
          <p:nvPr/>
        </p:nvSpPr>
        <p:spPr>
          <a:xfrm xmlns:a="http://schemas.openxmlformats.org/drawingml/2006/main">
            <a:off x="114300" y="58483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FFFFFF"/>
                </a:solidFill>
                <a:latin typeface="Arial Unicode MS"/>
                <a:ea typeface="Arial Unicode MS"/>
                <a:cs typeface="Arial Unicode MS"/>
              </a:defRPr>
            </a:defPPr>
            <a:lvl1pPr algn="l">
              <a:defRPr sz="1200" b="0">
                <a:solidFill>
                  <a:srgbClr val="FFFFFF"/>
                </a:solidFill>
                <a:latin typeface="Arial Unicode MS"/>
                <a:ea typeface="Arial Unicode MS"/>
                <a:cs typeface="Arial Unicode MS"/>
              </a:defRPr>
            </a:lvl1pPr>
            <a:lvl2pPr algn="l">
              <a:defRPr sz="1200" b="0">
                <a:solidFill>
                  <a:srgbClr val="FFFFFF"/>
                </a:solidFill>
                <a:latin typeface="Arial Unicode MS"/>
                <a:ea typeface="Arial Unicode MS"/>
                <a:cs typeface="Arial Unicode MS"/>
              </a:defRPr>
            </a:lvl2pPr>
            <a:lvl3pPr algn="l">
              <a:defRPr sz="1200" b="0">
                <a:solidFill>
                  <a:srgbClr val="FFFFFF"/>
                </a:solidFill>
                <a:latin typeface="Arial Unicode MS"/>
                <a:ea typeface="Arial Unicode MS"/>
                <a:cs typeface="Arial Unicode MS"/>
              </a:defRPr>
            </a:lvl3pPr>
            <a:lvl4pPr algn="l">
              <a:defRPr sz="1200" b="0">
                <a:solidFill>
                  <a:srgbClr val="FFFFFF"/>
                </a:solidFill>
                <a:latin typeface="Arial Unicode MS"/>
                <a:ea typeface="Arial Unicode MS"/>
                <a:cs typeface="Arial Unicode MS"/>
              </a:defRPr>
            </a:lvl4pPr>
            <a:lvl5pPr algn="l">
              <a:defRPr sz="1200" b="0">
                <a:solidFill>
                  <a:srgbClr val="FFFFFF"/>
                </a:solidFill>
                <a:latin typeface="Arial Unicode MS"/>
                <a:ea typeface="Arial Unicode MS"/>
                <a:cs typeface="Arial Unicode MS"/>
              </a:defRPr>
            </a:lvl5pPr>
            <a:lvl6pPr algn="l">
              <a:defRPr sz="1200" b="0">
                <a:solidFill>
                  <a:srgbClr val="FFFFFF"/>
                </a:solidFill>
                <a:latin typeface="Arial Unicode MS"/>
                <a:ea typeface="Arial Unicode MS"/>
                <a:cs typeface="Arial Unicode MS"/>
              </a:defRPr>
            </a:lvl6pPr>
            <a:lvl7pPr algn="l">
              <a:defRPr sz="1200" b="0">
                <a:solidFill>
                  <a:srgbClr val="FFFFFF"/>
                </a:solidFill>
                <a:latin typeface="Arial Unicode MS"/>
                <a:ea typeface="Arial Unicode MS"/>
                <a:cs typeface="Arial Unicode MS"/>
              </a:defRPr>
            </a:lvl7pPr>
            <a:lvl8pPr algn="l">
              <a:defRPr sz="1200" b="0">
                <a:solidFill>
                  <a:srgbClr val="FFFFFF"/>
                </a:solidFill>
                <a:latin typeface="Arial Unicode MS"/>
                <a:ea typeface="Arial Unicode MS"/>
                <a:cs typeface="Arial Unicode MS"/>
              </a:defRPr>
            </a:lvl8pPr>
            <a:lvl9pPr algn="l">
              <a:defRPr sz="1200" b="0">
                <a:solidFill>
                  <a:srgbClr val="FFFFFF"/>
                </a:solidFill>
                <a:latin typeface="Arial Unicode MS"/>
                <a:ea typeface="Arial Unicode MS"/>
                <a:cs typeface="Arial Unicode MS"/>
              </a:defRPr>
            </a:lvl9pPr>
          </a:lstStyle>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Analysis</a:t>
            </a:r>
          </a:p>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and limits</a:t>
            </a:r>
          </a:p>
        </p:txBody>
      </p:sp>
      <p:sp>
        <p:nvSpPr>
          <p:cNvPr id="10" name="">
            <a:extLst xmlns:a="http://schemas.openxmlformats.org/drawingml/2006/main">
              <a:ext uri="{FF2B5EF4-FFF2-40B4-BE49-F238E27FC236}">
                <a16:creationId xmlns:a16="http://schemas.microsoft.com/office/drawing/2014/main" id="{DAB1E27D-0CB9-48B7-80CC-89A2EA168E85}"/>
              </a:ext>
            </a:extLst>
          </p:cNvPr>
          <p:cNvSpPr>
            <a:spLocks xmlns:a="http://schemas.openxmlformats.org/drawingml/2006/main" noGrp="1"/>
          </p:cNvSpPr>
          <p:nvPr/>
        </p:nvSpPr>
        <p:spPr>
          <a:xfrm xmlns:a="http://schemas.openxmlformats.org/drawingml/2006/main">
            <a:off x="10001250" y="80962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777777"/>
                </a:solidFill>
                <a:latin typeface="Arial Unicode MS"/>
                <a:ea typeface="Arial Unicode MS"/>
                <a:cs typeface="Arial Unicode MS"/>
              </a:defRPr>
            </a:defPPr>
            <a:lvl1pPr algn="r">
              <a:defRPr sz="1200" b="0">
                <a:solidFill>
                  <a:srgbClr val="777777"/>
                </a:solidFill>
                <a:latin typeface="Arial Unicode MS"/>
                <a:ea typeface="Arial Unicode MS"/>
                <a:cs typeface="Arial Unicode MS"/>
              </a:defRPr>
            </a:lvl1pPr>
            <a:lvl2pPr algn="r">
              <a:defRPr sz="1200" b="0">
                <a:solidFill>
                  <a:srgbClr val="777777"/>
                </a:solidFill>
                <a:latin typeface="Arial Unicode MS"/>
                <a:ea typeface="Arial Unicode MS"/>
                <a:cs typeface="Arial Unicode MS"/>
              </a:defRPr>
            </a:lvl2pPr>
            <a:lvl3pPr algn="r">
              <a:defRPr sz="1200" b="0">
                <a:solidFill>
                  <a:srgbClr val="777777"/>
                </a:solidFill>
                <a:latin typeface="Arial Unicode MS"/>
                <a:ea typeface="Arial Unicode MS"/>
                <a:cs typeface="Arial Unicode MS"/>
              </a:defRPr>
            </a:lvl3pPr>
            <a:lvl4pPr algn="r">
              <a:defRPr sz="1200" b="0">
                <a:solidFill>
                  <a:srgbClr val="777777"/>
                </a:solidFill>
                <a:latin typeface="Arial Unicode MS"/>
                <a:ea typeface="Arial Unicode MS"/>
                <a:cs typeface="Arial Unicode MS"/>
              </a:defRPr>
            </a:lvl4pPr>
            <a:lvl5pPr algn="r">
              <a:defRPr sz="1200" b="0">
                <a:solidFill>
                  <a:srgbClr val="777777"/>
                </a:solidFill>
                <a:latin typeface="Arial Unicode MS"/>
                <a:ea typeface="Arial Unicode MS"/>
                <a:cs typeface="Arial Unicode MS"/>
              </a:defRPr>
            </a:lvl5pPr>
            <a:lvl6pPr algn="r">
              <a:defRPr sz="1200" b="0">
                <a:solidFill>
                  <a:srgbClr val="777777"/>
                </a:solidFill>
                <a:latin typeface="Arial Unicode MS"/>
                <a:ea typeface="Arial Unicode MS"/>
                <a:cs typeface="Arial Unicode MS"/>
              </a:defRPr>
            </a:lvl6pPr>
            <a:lvl7pPr algn="r">
              <a:defRPr sz="1200" b="0">
                <a:solidFill>
                  <a:srgbClr val="777777"/>
                </a:solidFill>
                <a:latin typeface="Arial Unicode MS"/>
                <a:ea typeface="Arial Unicode MS"/>
                <a:cs typeface="Arial Unicode MS"/>
              </a:defRPr>
            </a:lvl7pPr>
            <a:lvl8pPr algn="r">
              <a:defRPr sz="1200" b="0">
                <a:solidFill>
                  <a:srgbClr val="777777"/>
                </a:solidFill>
                <a:latin typeface="Arial Unicode MS"/>
                <a:ea typeface="Arial Unicode MS"/>
                <a:cs typeface="Arial Unicode MS"/>
              </a:defRPr>
            </a:lvl8pPr>
            <a:lvl9pPr algn="r">
              <a:defRPr sz="1200" b="0">
                <a:solidFill>
                  <a:srgbClr val="777777"/>
                </a:solidFill>
                <a:latin typeface="Arial Unicode MS"/>
                <a:ea typeface="Arial Unicode MS"/>
                <a:cs typeface="Arial Unicode MS"/>
              </a:defRPr>
            </a:lvl9pPr>
          </a:lstStyle>
          <a:p xmlns:a="http://schemas.openxmlformats.org/drawingml/2006/main">
            <a:pPr algn="r">
              <a:defRPr sz="1200" b="0">
                <a:solidFill>
                  <a:srgbClr val="777777"/>
                </a:solidFill>
                <a:latin typeface="Arial Unicode MS"/>
                <a:ea typeface="Arial Unicode MS"/>
                <a:cs typeface="Arial Unicode MS"/>
              </a:defRPr>
            </a:pPr>
            <a:r>
              <a:rPr sz="1200" b="0">
                <a:solidFill>
                  <a:srgbClr val="777777"/>
                </a:solidFill>
                <a:latin typeface="Arial Unicode MS"/>
                <a:ea typeface="Arial Unicode MS"/>
                <a:cs typeface="Arial Unicode MS"/>
              </a:rPr>
              <a:t>14 / 16</a:t>
            </a:r>
          </a:p>
        </p:txBody>
      </p:sp>
      <p:graphicFrame>
        <p:nvGraphicFramePr>
          <p:cNvPr id="11" name="">
            <a:extLst xmlns:a="http://schemas.openxmlformats.org/drawingml/2006/main">
              <a:ext uri="{FF2B5EF4-FFF2-40B4-BE49-F238E27FC236}">
                <a16:creationId xmlns:a16="http://schemas.microsoft.com/office/drawing/2014/main" id="{7F2B2A53-8056-484B-90FE-18D9B73EA1BB}"/>
              </a:ext>
            </a:extLst>
          </p:cNvPr>
          <p:cNvGraphicFramePr/>
          <p:nvPr/>
        </p:nvGraphicFramePr>
        <p:xfrm>
          <a:off xmlns:a="http://schemas.openxmlformats.org/drawingml/2006/main" x="1952625" y="2238375"/>
          <a:ext xmlns:a="http://schemas.openxmlformats.org/drawingml/2006/main" cx="8953500" cy="2381250"/>
        </p:xfrm>
        <a:graphic xmlns:a="http://schemas.openxmlformats.org/drawingml/2006/main">
          <a:graphicData uri="http://schemas.openxmlformats.org/drawingml/2006/table">
            <a:tbl>
              <a:tblPr/>
              <a:tblGrid>
                <a:gridCol w="4191000"/>
                <a:gridCol w="1571625"/>
                <a:gridCol w="1571625"/>
                <a:gridCol w="1619250"/>
              </a:tblGrid>
              <a:tr h="595313">
                <a:tc>
                  <a:txBody>
                    <a:bodyPr wrap="square" lIns="85725" tIns="85725" rIns="85725" bIns="85725">
                      <a:noAutofit/>
                    </a:bodyPr>
                    <a:lstStyle/>
                    <a:p>
                      <a:pPr algn="l"/>
                      <a:r>
                        <a:rPr sz="1875" b="1">
                          <a:solidFill>
                            <a:srgbClr val="FFFFFF"/>
                          </a:solidFill>
                          <a:latin typeface="Arial Unicode MS"/>
                          <a:ea typeface="Arial Unicode MS"/>
                          <a:cs typeface="Arial Unicode MS"/>
                        </a:rPr>
                        <a:t>Validation case</a:t>
                      </a:r>
                    </a:p>
                  </a:txBody>
                  <a:tcPr marL="91440" marR="91440" marT="45720" marB="45720" anchor="ctr">
                    <a:lnL w="9525">
                      <a:solidFill>
                        <a:srgbClr val="D5D5E0"/>
                      </a:solidFill>
                      <a:prstDash val="solid"/>
                    </a:lnL>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875" b="1">
                          <a:solidFill>
                            <a:srgbClr val="FFFFFF"/>
                          </a:solidFill>
                          <a:latin typeface="Arial Unicode MS"/>
                          <a:ea typeface="Arial Unicode MS"/>
                          <a:cs typeface="Arial Unicode MS"/>
                        </a:rPr>
                        <a:t>Default</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875" b="1">
                          <a:solidFill>
                            <a:srgbClr val="FFFFFF"/>
                          </a:solidFill>
                          <a:latin typeface="Arial Unicode MS"/>
                          <a:ea typeface="Arial Unicode MS"/>
                          <a:cs typeface="Arial Unicode MS"/>
                        </a:rPr>
                        <a:t>IGBS</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875" b="1">
                          <a:solidFill>
                            <a:srgbClr val="FFFFFF"/>
                          </a:solidFill>
                          <a:latin typeface="Arial Unicode MS"/>
                          <a:ea typeface="Arial Unicode MS"/>
                          <a:cs typeface="Arial Unicode MS"/>
                        </a:rPr>
                        <a:t>BO</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r>
              <a:tr h="595313">
                <a:tc>
                  <a:txBody>
                    <a:bodyPr wrap="square" lIns="85725" tIns="85725" rIns="85725" bIns="85725">
                      <a:noAutofit/>
                    </a:bodyPr>
                    <a:lstStyle/>
                    <a:p>
                      <a:pPr algn="l"/>
                      <a:r>
                        <a:rPr sz="1875" b="0">
                          <a:solidFill>
                            <a:srgbClr val="111111"/>
                          </a:solidFill>
                          <a:latin typeface="Arial Unicode MS"/>
                          <a:ea typeface="Arial Unicode MS"/>
                          <a:cs typeface="Arial Unicode MS"/>
                        </a:rPr>
                        <a:t>3D scan calculation</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PASS</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PASS</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r h="595313">
                <a:tc>
                  <a:txBody>
                    <a:bodyPr wrap="square" lIns="85725" tIns="85725" rIns="85725" bIns="85725">
                      <a:noAutofit/>
                    </a:bodyPr>
                    <a:lstStyle/>
                    <a:p>
                      <a:pPr algn="l"/>
                      <a:r>
                        <a:rPr sz="1875" b="0">
                          <a:solidFill>
                            <a:srgbClr val="111111"/>
                          </a:solidFill>
                          <a:latin typeface="Arial Unicode MS"/>
                          <a:ea typeface="Arial Unicode MS"/>
                          <a:cs typeface="Arial Unicode MS"/>
                        </a:rPr>
                        <a:t>Mario coin counting</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PASS</a:t>
                      </a:r>
                    </a:p>
                  </a:txBody>
                  <a:tcPr marL="91440" marR="91440" marT="45720" marB="45720" anchor="ctr">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3F3F8"/>
                    </a:solidFill>
                  </a:tcPr>
                </a:tc>
              </a:tr>
              <a:tr h="595313">
                <a:tc>
                  <a:txBody>
                    <a:bodyPr wrap="square" lIns="85725" tIns="85725" rIns="85725" bIns="85725">
                      <a:noAutofit/>
                    </a:bodyPr>
                    <a:lstStyle/>
                    <a:p>
                      <a:pPr algn="l"/>
                      <a:r>
                        <a:rPr sz="1875" b="0">
                          <a:solidFill>
                            <a:srgbClr val="111111"/>
                          </a:solidFill>
                          <a:latin typeface="Arial Unicode MS"/>
                          <a:ea typeface="Arial Unicode MS"/>
                          <a:cs typeface="Arial Unicode MS"/>
                        </a:rPr>
                        <a:t>Wyckoff analysis</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PASS</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PASS</a:t>
                      </a:r>
                    </a:p>
                  </a:txBody>
                  <a:tcPr marL="91440" marR="91440" marT="45720" marB="45720" anchor="ctr">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875"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310D2AC3-1B0E-4DD4-92E0-CC83413396A7}"/>
              </a:ext>
            </a:extLst>
          </p:cNvPr>
          <p:cNvSpPr>
            <a:spLocks xmlns:a="http://schemas.openxmlformats.org/drawingml/2006/main" noGrp="1"/>
          </p:cNvSpPr>
          <p:nvPr/>
        </p:nvSpPr>
        <p:spPr>
          <a:xfrm xmlns:a="http://schemas.openxmlformats.org/drawingml/2006/main">
            <a:off x="2047875" y="5000625"/>
            <a:ext cx="8858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11111"/>
                </a:solidFill>
                <a:latin typeface="Arial Unicode MS"/>
                <a:ea typeface="Arial Unicode MS"/>
                <a:cs typeface="Arial Unicode MS"/>
              </a:defRPr>
            </a:defPPr>
            <a:lvl1pPr algn="l">
              <a:defRPr sz="2025" b="0">
                <a:solidFill>
                  <a:srgbClr val="111111"/>
                </a:solidFill>
                <a:latin typeface="Arial Unicode MS"/>
                <a:ea typeface="Arial Unicode MS"/>
                <a:cs typeface="Arial Unicode MS"/>
              </a:defRPr>
            </a:lvl1pPr>
            <a:lvl2pPr algn="l">
              <a:defRPr sz="2025" b="0">
                <a:solidFill>
                  <a:srgbClr val="111111"/>
                </a:solidFill>
                <a:latin typeface="Arial Unicode MS"/>
                <a:ea typeface="Arial Unicode MS"/>
                <a:cs typeface="Arial Unicode MS"/>
              </a:defRPr>
            </a:lvl2pPr>
            <a:lvl3pPr algn="l">
              <a:defRPr sz="2025" b="0">
                <a:solidFill>
                  <a:srgbClr val="111111"/>
                </a:solidFill>
                <a:latin typeface="Arial Unicode MS"/>
                <a:ea typeface="Arial Unicode MS"/>
                <a:cs typeface="Arial Unicode MS"/>
              </a:defRPr>
            </a:lvl3pPr>
            <a:lvl4pPr algn="l">
              <a:defRPr sz="2025" b="0">
                <a:solidFill>
                  <a:srgbClr val="111111"/>
                </a:solidFill>
                <a:latin typeface="Arial Unicode MS"/>
                <a:ea typeface="Arial Unicode MS"/>
                <a:cs typeface="Arial Unicode MS"/>
              </a:defRPr>
            </a:lvl4pPr>
            <a:lvl5pPr algn="l">
              <a:defRPr sz="2025" b="0">
                <a:solidFill>
                  <a:srgbClr val="111111"/>
                </a:solidFill>
                <a:latin typeface="Arial Unicode MS"/>
                <a:ea typeface="Arial Unicode MS"/>
                <a:cs typeface="Arial Unicode MS"/>
              </a:defRPr>
            </a:lvl5pPr>
            <a:lvl6pPr algn="l">
              <a:defRPr sz="2025" b="0">
                <a:solidFill>
                  <a:srgbClr val="111111"/>
                </a:solidFill>
                <a:latin typeface="Arial Unicode MS"/>
                <a:ea typeface="Arial Unicode MS"/>
                <a:cs typeface="Arial Unicode MS"/>
              </a:defRPr>
            </a:lvl6pPr>
            <a:lvl7pPr algn="l">
              <a:defRPr sz="2025" b="0">
                <a:solidFill>
                  <a:srgbClr val="111111"/>
                </a:solidFill>
                <a:latin typeface="Arial Unicode MS"/>
                <a:ea typeface="Arial Unicode MS"/>
                <a:cs typeface="Arial Unicode MS"/>
              </a:defRPr>
            </a:lvl7pPr>
            <a:lvl8pPr algn="l">
              <a:defRPr sz="2025" b="0">
                <a:solidFill>
                  <a:srgbClr val="111111"/>
                </a:solidFill>
                <a:latin typeface="Arial Unicode MS"/>
                <a:ea typeface="Arial Unicode MS"/>
                <a:cs typeface="Arial Unicode MS"/>
              </a:defRPr>
            </a:lvl8pPr>
            <a:lvl9pPr algn="l">
              <a:defRPr sz="2025" b="0">
                <a:solidFill>
                  <a:srgbClr val="111111"/>
                </a:solidFill>
                <a:latin typeface="Arial Unicode MS"/>
                <a:ea typeface="Arial Unicode MS"/>
                <a:cs typeface="Arial Unicode MS"/>
              </a:defRPr>
            </a:lvl9pPr>
          </a:lstStyle>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Verified held-out trajectory differences</a:t>
            </a:r>
          </a:p>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Economics: Random used the HP trend instead of the cycle.</a:t>
            </a:r>
          </a:p>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JAX: BO corrected matrix transposes after checking errors.</a:t>
            </a:r>
          </a:p>
        </p:txBody>
      </p:sp>
      <p:sp>
        <p:nvSpPr>
          <p:cNvPr id="13" name="">
            <a:extLst xmlns:a="http://schemas.openxmlformats.org/drawingml/2006/main">
              <a:ext uri="{FF2B5EF4-FFF2-40B4-BE49-F238E27FC236}">
                <a16:creationId xmlns:a16="http://schemas.microsoft.com/office/drawing/2014/main" id="{D0FD339C-CC53-42CB-9DD9-0DC349178F30}"/>
              </a:ext>
            </a:extLst>
          </p:cNvPr>
          <p:cNvSpPr>
            <a:spLocks xmlns:a="http://schemas.openxmlformats.org/drawingml/2006/main" noGrp="1"/>
          </p:cNvSpPr>
          <p:nvPr/>
        </p:nvSpPr>
        <p:spPr>
          <a:xfrm xmlns:a="http://schemas.openxmlformats.org/drawingml/2006/main">
            <a:off x="2047875" y="6715125"/>
            <a:ext cx="885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3333B2"/>
                </a:solidFill>
                <a:latin typeface="Arial Unicode MS"/>
                <a:ea typeface="Arial Unicode MS"/>
                <a:cs typeface="Arial Unicode MS"/>
              </a:defRPr>
            </a:defPPr>
            <a:lvl1pPr algn="l">
              <a:defRPr sz="1875" b="0">
                <a:solidFill>
                  <a:srgbClr val="3333B2"/>
                </a:solidFill>
                <a:latin typeface="Arial Unicode MS"/>
                <a:ea typeface="Arial Unicode MS"/>
                <a:cs typeface="Arial Unicode MS"/>
              </a:defRPr>
            </a:lvl1pPr>
            <a:lvl2pPr algn="l">
              <a:defRPr sz="1875" b="0">
                <a:solidFill>
                  <a:srgbClr val="3333B2"/>
                </a:solidFill>
                <a:latin typeface="Arial Unicode MS"/>
                <a:ea typeface="Arial Unicode MS"/>
                <a:cs typeface="Arial Unicode MS"/>
              </a:defRPr>
            </a:lvl2pPr>
            <a:lvl3pPr algn="l">
              <a:defRPr sz="1875" b="0">
                <a:solidFill>
                  <a:srgbClr val="3333B2"/>
                </a:solidFill>
                <a:latin typeface="Arial Unicode MS"/>
                <a:ea typeface="Arial Unicode MS"/>
                <a:cs typeface="Arial Unicode MS"/>
              </a:defRPr>
            </a:lvl3pPr>
            <a:lvl4pPr algn="l">
              <a:defRPr sz="1875" b="0">
                <a:solidFill>
                  <a:srgbClr val="3333B2"/>
                </a:solidFill>
                <a:latin typeface="Arial Unicode MS"/>
                <a:ea typeface="Arial Unicode MS"/>
                <a:cs typeface="Arial Unicode MS"/>
              </a:defRPr>
            </a:lvl4pPr>
            <a:lvl5pPr algn="l">
              <a:defRPr sz="1875" b="0">
                <a:solidFill>
                  <a:srgbClr val="3333B2"/>
                </a:solidFill>
                <a:latin typeface="Arial Unicode MS"/>
                <a:ea typeface="Arial Unicode MS"/>
                <a:cs typeface="Arial Unicode MS"/>
              </a:defRPr>
            </a:lvl5pPr>
            <a:lvl6pPr algn="l">
              <a:defRPr sz="1875" b="0">
                <a:solidFill>
                  <a:srgbClr val="3333B2"/>
                </a:solidFill>
                <a:latin typeface="Arial Unicode MS"/>
                <a:ea typeface="Arial Unicode MS"/>
                <a:cs typeface="Arial Unicode MS"/>
              </a:defRPr>
            </a:lvl6pPr>
            <a:lvl7pPr algn="l">
              <a:defRPr sz="1875" b="0">
                <a:solidFill>
                  <a:srgbClr val="3333B2"/>
                </a:solidFill>
                <a:latin typeface="Arial Unicode MS"/>
                <a:ea typeface="Arial Unicode MS"/>
                <a:cs typeface="Arial Unicode MS"/>
              </a:defRPr>
            </a:lvl7pPr>
            <a:lvl8pPr algn="l">
              <a:defRPr sz="1875" b="0">
                <a:solidFill>
                  <a:srgbClr val="3333B2"/>
                </a:solidFill>
                <a:latin typeface="Arial Unicode MS"/>
                <a:ea typeface="Arial Unicode MS"/>
                <a:cs typeface="Arial Unicode MS"/>
              </a:defRPr>
            </a:lvl8pPr>
            <a:lvl9pPr algn="l">
              <a:defRPr sz="1875" b="0">
                <a:solidFill>
                  <a:srgbClr val="3333B2"/>
                </a:solidFill>
                <a:latin typeface="Arial Unicode MS"/>
                <a:ea typeface="Arial Unicode MS"/>
                <a:cs typeface="Arial Unicode MS"/>
              </a:defRPr>
            </a:lvl9pPr>
          </a:lstStyle>
          <a:p xmlns:a="http://schemas.openxmlformats.org/drawingml/2006/main">
            <a:pPr algn="l">
              <a:defRPr sz="1875" b="0">
                <a:solidFill>
                  <a:srgbClr val="3333B2"/>
                </a:solidFill>
                <a:latin typeface="Arial Unicode MS"/>
                <a:ea typeface="Arial Unicode MS"/>
                <a:cs typeface="Arial Unicode MS"/>
              </a:defRPr>
            </a:pPr>
            <a:r>
              <a:rPr sz="1875" b="0">
                <a:solidFill>
                  <a:srgbClr val="3333B2"/>
                </a:solidFill>
                <a:latin typeface="Arial Unicode MS"/>
                <a:ea typeface="Arial Unicode MS"/>
                <a:cs typeface="Arial Unicode MS"/>
              </a:rPr>
              <a:t>No Default-pass / IGBS-fail case occurs in these validation tasks.</a:t>
            </a:r>
          </a:p>
          <a:p xmlns:a="http://schemas.openxmlformats.org/drawingml/2006/main">
            <a:pPr algn="l">
              <a:defRPr sz="1875" b="0">
                <a:solidFill>
                  <a:srgbClr val="3333B2"/>
                </a:solidFill>
                <a:latin typeface="Arial Unicode MS"/>
                <a:ea typeface="Arial Unicode MS"/>
                <a:cs typeface="Arial Unicode MS"/>
              </a:defRPr>
            </a:pPr>
            <a:r>
              <a:rPr sz="1875" b="0">
                <a:solidFill>
                  <a:srgbClr val="3333B2"/>
                </a:solidFill>
                <a:latin typeface="Arial Unicode MS"/>
                <a:ea typeface="Arial Unicode MS"/>
                <a:cs typeface="Arial Unicode MS"/>
              </a:rPr>
              <a:t>Traces explain individual failures, not parameter causality.</a:t>
            </a:r>
          </a:p>
          <a:p xmlns:a="http://schemas.openxmlformats.org/drawingml/2006/main">
            <a:pPr algn="l">
              <a:defRPr sz="1875" b="0">
                <a:solidFill>
                  <a:srgbClr val="3333B2"/>
                </a:solidFill>
                <a:latin typeface="Arial Unicode MS"/>
                <a:ea typeface="Arial Unicode MS"/>
                <a:cs typeface="Arial Unicode MS"/>
              </a:defRPr>
            </a:pPr>
            <a:r>
              <a:rPr sz="1875" b="0">
                <a:solidFill>
                  <a:srgbClr val="3333B2"/>
                </a:solidFill>
                <a:latin typeface="Arial Unicode MS"/>
                <a:ea typeface="Arial Unicode MS"/>
                <a:cs typeface="Arial Unicode MS"/>
              </a:rPr>
              <a:t>Full-test generalization and overfitting remain unmeasured.</a:t>
            </a:r>
          </a:p>
        </p:txBody>
      </p:sp>
    </p:spTree>
    <p:extLst>
      <p:ext uri="{BB962C8B-B14F-4D97-AF65-F5344CB8AC3E}">
        <p14:creationId xmlns:p14="http://schemas.microsoft.com/office/powerpoint/2010/main" val="80987114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1C64FC2-5222-4F26-8024-89FDA409D998}"/>
              </a:ext>
            </a:extLst>
          </p:cNvPr>
          <p:cNvSpPr>
            <a:spLocks xmlns:a="http://schemas.openxmlformats.org/drawingml/2006/main" noGrp="1"/>
          </p:cNvSpPr>
          <p:nvPr/>
        </p:nvSpPr>
        <p:spPr>
          <a:xfrm xmlns:a="http://schemas.openxmlformats.org/drawingml/2006/main">
            <a:off x="0" y="0"/>
            <a:ext cx="11430000" cy="142875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B02E40A-4D0E-4706-864D-D0F7D7FC5AA8}"/>
              </a:ext>
            </a:extLst>
          </p:cNvPr>
          <p:cNvSpPr>
            <a:spLocks xmlns:a="http://schemas.openxmlformats.org/drawingml/2006/main" noGrp="1"/>
          </p:cNvSpPr>
          <p:nvPr/>
        </p:nvSpPr>
        <p:spPr>
          <a:xfrm xmlns:a="http://schemas.openxmlformats.org/drawingml/2006/main">
            <a:off x="0" y="0"/>
            <a:ext cx="1428750" cy="857250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69A7DBC-0FF6-4CCC-89E4-50F755B6E30C}"/>
              </a:ext>
            </a:extLst>
          </p:cNvPr>
          <p:cNvSpPr>
            <a:spLocks xmlns:a="http://schemas.openxmlformats.org/drawingml/2006/main" noGrp="1"/>
          </p:cNvSpPr>
          <p:nvPr/>
        </p:nvSpPr>
        <p:spPr>
          <a:xfrm xmlns:a="http://schemas.openxmlformats.org/drawingml/2006/main">
            <a:off x="0" y="0"/>
            <a:ext cx="1428750" cy="1428750"/>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10E43B7-420D-4A5F-8E15-31A755914935}"/>
              </a:ext>
            </a:extLst>
          </p:cNvPr>
          <p:cNvSpPr>
            <a:spLocks xmlns:a="http://schemas.openxmlformats.org/drawingml/2006/main" noGrp="1"/>
          </p:cNvSpPr>
          <p:nvPr/>
        </p:nvSpPr>
        <p:spPr>
          <a:xfrm xmlns:a="http://schemas.openxmlformats.org/drawingml/2006/main">
            <a:off x="1952625" y="333375"/>
            <a:ext cx="895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FFFFFF"/>
                </a:solidFill>
                <a:latin typeface="Arial Unicode MS"/>
                <a:ea typeface="Arial Unicode MS"/>
                <a:cs typeface="Arial Unicode MS"/>
              </a:defRPr>
            </a:defPPr>
            <a:lvl1pPr algn="l">
              <a:defRPr sz="2625" b="0">
                <a:solidFill>
                  <a:srgbClr val="FFFFFF"/>
                </a:solidFill>
                <a:latin typeface="Arial Unicode MS"/>
                <a:ea typeface="Arial Unicode MS"/>
                <a:cs typeface="Arial Unicode MS"/>
              </a:defRPr>
            </a:lvl1pPr>
            <a:lvl2pPr algn="l">
              <a:defRPr sz="2625" b="0">
                <a:solidFill>
                  <a:srgbClr val="FFFFFF"/>
                </a:solidFill>
                <a:latin typeface="Arial Unicode MS"/>
                <a:ea typeface="Arial Unicode MS"/>
                <a:cs typeface="Arial Unicode MS"/>
              </a:defRPr>
            </a:lvl2pPr>
            <a:lvl3pPr algn="l">
              <a:defRPr sz="2625" b="0">
                <a:solidFill>
                  <a:srgbClr val="FFFFFF"/>
                </a:solidFill>
                <a:latin typeface="Arial Unicode MS"/>
                <a:ea typeface="Arial Unicode MS"/>
                <a:cs typeface="Arial Unicode MS"/>
              </a:defRPr>
            </a:lvl3pPr>
            <a:lvl4pPr algn="l">
              <a:defRPr sz="2625" b="0">
                <a:solidFill>
                  <a:srgbClr val="FFFFFF"/>
                </a:solidFill>
                <a:latin typeface="Arial Unicode MS"/>
                <a:ea typeface="Arial Unicode MS"/>
                <a:cs typeface="Arial Unicode MS"/>
              </a:defRPr>
            </a:lvl4pPr>
            <a:lvl5pPr algn="l">
              <a:defRPr sz="2625" b="0">
                <a:solidFill>
                  <a:srgbClr val="FFFFFF"/>
                </a:solidFill>
                <a:latin typeface="Arial Unicode MS"/>
                <a:ea typeface="Arial Unicode MS"/>
                <a:cs typeface="Arial Unicode MS"/>
              </a:defRPr>
            </a:lvl5pPr>
            <a:lvl6pPr algn="l">
              <a:defRPr sz="2625" b="0">
                <a:solidFill>
                  <a:srgbClr val="FFFFFF"/>
                </a:solidFill>
                <a:latin typeface="Arial Unicode MS"/>
                <a:ea typeface="Arial Unicode MS"/>
                <a:cs typeface="Arial Unicode MS"/>
              </a:defRPr>
            </a:lvl6pPr>
            <a:lvl7pPr algn="l">
              <a:defRPr sz="2625" b="0">
                <a:solidFill>
                  <a:srgbClr val="FFFFFF"/>
                </a:solidFill>
                <a:latin typeface="Arial Unicode MS"/>
                <a:ea typeface="Arial Unicode MS"/>
                <a:cs typeface="Arial Unicode MS"/>
              </a:defRPr>
            </a:lvl7pPr>
            <a:lvl8pPr algn="l">
              <a:defRPr sz="2625" b="0">
                <a:solidFill>
                  <a:srgbClr val="FFFFFF"/>
                </a:solidFill>
                <a:latin typeface="Arial Unicode MS"/>
                <a:ea typeface="Arial Unicode MS"/>
                <a:cs typeface="Arial Unicode MS"/>
              </a:defRPr>
            </a:lvl8pPr>
            <a:lvl9pPr algn="l">
              <a:defRPr sz="2625" b="0">
                <a:solidFill>
                  <a:srgbClr val="FFFFFF"/>
                </a:solidFill>
                <a:latin typeface="Arial Unicode MS"/>
                <a:ea typeface="Arial Unicode MS"/>
                <a:cs typeface="Arial Unicode MS"/>
              </a:defRPr>
            </a:lvl9pPr>
          </a:lstStyle>
          <a:p xmlns:a="http://schemas.openxmlformats.org/drawingml/2006/main">
            <a:pPr algn="l">
              <a:defRPr sz="2625" b="0">
                <a:solidFill>
                  <a:srgbClr val="FFFFFF"/>
                </a:solidFill>
                <a:latin typeface="Arial Unicode MS"/>
                <a:ea typeface="Arial Unicode MS"/>
                <a:cs typeface="Arial Unicode MS"/>
              </a:defRPr>
            </a:pPr>
            <a:r>
              <a:rPr sz="2625" b="0">
                <a:solidFill>
                  <a:srgbClr val="FFFFFF"/>
                </a:solidFill>
                <a:latin typeface="Arial Unicode MS"/>
                <a:ea typeface="Arial Unicode MS"/>
                <a:cs typeface="Arial Unicode MS"/>
              </a:rPr>
              <a:t>Conclusions and unfulfilled requirements</a:t>
            </a:r>
          </a:p>
        </p:txBody>
      </p:sp>
      <p:sp>
        <p:nvSpPr>
          <p:cNvPr id="6" name="">
            <a:extLst xmlns:a="http://schemas.openxmlformats.org/drawingml/2006/main">
              <a:ext uri="{FF2B5EF4-FFF2-40B4-BE49-F238E27FC236}">
                <a16:creationId xmlns:a16="http://schemas.microsoft.com/office/drawing/2014/main" id="{05338F7F-84D6-4C54-AC82-A5A9CDD295DA}"/>
              </a:ext>
            </a:extLst>
          </p:cNvPr>
          <p:cNvSpPr>
            <a:spLocks xmlns:a="http://schemas.openxmlformats.org/drawingml/2006/main" noGrp="1"/>
          </p:cNvSpPr>
          <p:nvPr/>
        </p:nvSpPr>
        <p:spPr>
          <a:xfrm xmlns:a="http://schemas.openxmlformats.org/drawingml/2006/main">
            <a:off x="114300" y="27622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Problem</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design</a:t>
            </a:r>
          </a:p>
        </p:txBody>
      </p:sp>
      <p:sp>
        <p:nvSpPr>
          <p:cNvPr id="7" name="">
            <a:extLst xmlns:a="http://schemas.openxmlformats.org/drawingml/2006/main">
              <a:ext uri="{FF2B5EF4-FFF2-40B4-BE49-F238E27FC236}">
                <a16:creationId xmlns:a16="http://schemas.microsoft.com/office/drawing/2014/main" id="{17F8FF2A-DCBA-4DF8-8A64-C9AD688B49E2}"/>
              </a:ext>
            </a:extLst>
          </p:cNvPr>
          <p:cNvSpPr>
            <a:spLocks xmlns:a="http://schemas.openxmlformats.org/drawingml/2006/main" noGrp="1"/>
          </p:cNvSpPr>
          <p:nvPr/>
        </p:nvSpPr>
        <p:spPr>
          <a:xfrm xmlns:a="http://schemas.openxmlformats.org/drawingml/2006/main">
            <a:off x="114300" y="37909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Search</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methods</a:t>
            </a:r>
          </a:p>
        </p:txBody>
      </p:sp>
      <p:sp>
        <p:nvSpPr>
          <p:cNvPr id="8" name="">
            <a:extLst xmlns:a="http://schemas.openxmlformats.org/drawingml/2006/main">
              <a:ext uri="{FF2B5EF4-FFF2-40B4-BE49-F238E27FC236}">
                <a16:creationId xmlns:a16="http://schemas.microsoft.com/office/drawing/2014/main" id="{8571B538-E009-436D-87D0-B8843438FF0E}"/>
              </a:ext>
            </a:extLst>
          </p:cNvPr>
          <p:cNvSpPr>
            <a:spLocks xmlns:a="http://schemas.openxmlformats.org/drawingml/2006/main" noGrp="1"/>
          </p:cNvSpPr>
          <p:nvPr/>
        </p:nvSpPr>
        <p:spPr>
          <a:xfrm xmlns:a="http://schemas.openxmlformats.org/drawingml/2006/main">
            <a:off x="114300" y="48196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Validation</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results</a:t>
            </a:r>
          </a:p>
        </p:txBody>
      </p:sp>
      <p:sp>
        <p:nvSpPr>
          <p:cNvPr id="9" name="">
            <a:extLst xmlns:a="http://schemas.openxmlformats.org/drawingml/2006/main">
              <a:ext uri="{FF2B5EF4-FFF2-40B4-BE49-F238E27FC236}">
                <a16:creationId xmlns:a16="http://schemas.microsoft.com/office/drawing/2014/main" id="{033BC7D0-B7D3-4283-A003-749562173A39}"/>
              </a:ext>
            </a:extLst>
          </p:cNvPr>
          <p:cNvSpPr>
            <a:spLocks xmlns:a="http://schemas.openxmlformats.org/drawingml/2006/main" noGrp="1"/>
          </p:cNvSpPr>
          <p:nvPr/>
        </p:nvSpPr>
        <p:spPr>
          <a:xfrm xmlns:a="http://schemas.openxmlformats.org/drawingml/2006/main">
            <a:off x="114300" y="58483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FFFFFF"/>
                </a:solidFill>
                <a:latin typeface="Arial Unicode MS"/>
                <a:ea typeface="Arial Unicode MS"/>
                <a:cs typeface="Arial Unicode MS"/>
              </a:defRPr>
            </a:defPPr>
            <a:lvl1pPr algn="l">
              <a:defRPr sz="1200" b="0">
                <a:solidFill>
                  <a:srgbClr val="FFFFFF"/>
                </a:solidFill>
                <a:latin typeface="Arial Unicode MS"/>
                <a:ea typeface="Arial Unicode MS"/>
                <a:cs typeface="Arial Unicode MS"/>
              </a:defRPr>
            </a:lvl1pPr>
            <a:lvl2pPr algn="l">
              <a:defRPr sz="1200" b="0">
                <a:solidFill>
                  <a:srgbClr val="FFFFFF"/>
                </a:solidFill>
                <a:latin typeface="Arial Unicode MS"/>
                <a:ea typeface="Arial Unicode MS"/>
                <a:cs typeface="Arial Unicode MS"/>
              </a:defRPr>
            </a:lvl2pPr>
            <a:lvl3pPr algn="l">
              <a:defRPr sz="1200" b="0">
                <a:solidFill>
                  <a:srgbClr val="FFFFFF"/>
                </a:solidFill>
                <a:latin typeface="Arial Unicode MS"/>
                <a:ea typeface="Arial Unicode MS"/>
                <a:cs typeface="Arial Unicode MS"/>
              </a:defRPr>
            </a:lvl3pPr>
            <a:lvl4pPr algn="l">
              <a:defRPr sz="1200" b="0">
                <a:solidFill>
                  <a:srgbClr val="FFFFFF"/>
                </a:solidFill>
                <a:latin typeface="Arial Unicode MS"/>
                <a:ea typeface="Arial Unicode MS"/>
                <a:cs typeface="Arial Unicode MS"/>
              </a:defRPr>
            </a:lvl4pPr>
            <a:lvl5pPr algn="l">
              <a:defRPr sz="1200" b="0">
                <a:solidFill>
                  <a:srgbClr val="FFFFFF"/>
                </a:solidFill>
                <a:latin typeface="Arial Unicode MS"/>
                <a:ea typeface="Arial Unicode MS"/>
                <a:cs typeface="Arial Unicode MS"/>
              </a:defRPr>
            </a:lvl5pPr>
            <a:lvl6pPr algn="l">
              <a:defRPr sz="1200" b="0">
                <a:solidFill>
                  <a:srgbClr val="FFFFFF"/>
                </a:solidFill>
                <a:latin typeface="Arial Unicode MS"/>
                <a:ea typeface="Arial Unicode MS"/>
                <a:cs typeface="Arial Unicode MS"/>
              </a:defRPr>
            </a:lvl6pPr>
            <a:lvl7pPr algn="l">
              <a:defRPr sz="1200" b="0">
                <a:solidFill>
                  <a:srgbClr val="FFFFFF"/>
                </a:solidFill>
                <a:latin typeface="Arial Unicode MS"/>
                <a:ea typeface="Arial Unicode MS"/>
                <a:cs typeface="Arial Unicode MS"/>
              </a:defRPr>
            </a:lvl7pPr>
            <a:lvl8pPr algn="l">
              <a:defRPr sz="1200" b="0">
                <a:solidFill>
                  <a:srgbClr val="FFFFFF"/>
                </a:solidFill>
                <a:latin typeface="Arial Unicode MS"/>
                <a:ea typeface="Arial Unicode MS"/>
                <a:cs typeface="Arial Unicode MS"/>
              </a:defRPr>
            </a:lvl8pPr>
            <a:lvl9pPr algn="l">
              <a:defRPr sz="1200" b="0">
                <a:solidFill>
                  <a:srgbClr val="FFFFFF"/>
                </a:solidFill>
                <a:latin typeface="Arial Unicode MS"/>
                <a:ea typeface="Arial Unicode MS"/>
                <a:cs typeface="Arial Unicode MS"/>
              </a:defRPr>
            </a:lvl9pPr>
          </a:lstStyle>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Analysis</a:t>
            </a:r>
          </a:p>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and limits</a:t>
            </a:r>
          </a:p>
        </p:txBody>
      </p:sp>
      <p:sp>
        <p:nvSpPr>
          <p:cNvPr id="10" name="">
            <a:extLst xmlns:a="http://schemas.openxmlformats.org/drawingml/2006/main">
              <a:ext uri="{FF2B5EF4-FFF2-40B4-BE49-F238E27FC236}">
                <a16:creationId xmlns:a16="http://schemas.microsoft.com/office/drawing/2014/main" id="{E3AB1DD4-61C1-4DAC-A486-1A62C9FCD05B}"/>
              </a:ext>
            </a:extLst>
          </p:cNvPr>
          <p:cNvSpPr>
            <a:spLocks xmlns:a="http://schemas.openxmlformats.org/drawingml/2006/main" noGrp="1"/>
          </p:cNvSpPr>
          <p:nvPr/>
        </p:nvSpPr>
        <p:spPr>
          <a:xfrm xmlns:a="http://schemas.openxmlformats.org/drawingml/2006/main">
            <a:off x="10001250" y="80962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777777"/>
                </a:solidFill>
                <a:latin typeface="Arial Unicode MS"/>
                <a:ea typeface="Arial Unicode MS"/>
                <a:cs typeface="Arial Unicode MS"/>
              </a:defRPr>
            </a:defPPr>
            <a:lvl1pPr algn="r">
              <a:defRPr sz="1200" b="0">
                <a:solidFill>
                  <a:srgbClr val="777777"/>
                </a:solidFill>
                <a:latin typeface="Arial Unicode MS"/>
                <a:ea typeface="Arial Unicode MS"/>
                <a:cs typeface="Arial Unicode MS"/>
              </a:defRPr>
            </a:lvl1pPr>
            <a:lvl2pPr algn="r">
              <a:defRPr sz="1200" b="0">
                <a:solidFill>
                  <a:srgbClr val="777777"/>
                </a:solidFill>
                <a:latin typeface="Arial Unicode MS"/>
                <a:ea typeface="Arial Unicode MS"/>
                <a:cs typeface="Arial Unicode MS"/>
              </a:defRPr>
            </a:lvl2pPr>
            <a:lvl3pPr algn="r">
              <a:defRPr sz="1200" b="0">
                <a:solidFill>
                  <a:srgbClr val="777777"/>
                </a:solidFill>
                <a:latin typeface="Arial Unicode MS"/>
                <a:ea typeface="Arial Unicode MS"/>
                <a:cs typeface="Arial Unicode MS"/>
              </a:defRPr>
            </a:lvl3pPr>
            <a:lvl4pPr algn="r">
              <a:defRPr sz="1200" b="0">
                <a:solidFill>
                  <a:srgbClr val="777777"/>
                </a:solidFill>
                <a:latin typeface="Arial Unicode MS"/>
                <a:ea typeface="Arial Unicode MS"/>
                <a:cs typeface="Arial Unicode MS"/>
              </a:defRPr>
            </a:lvl4pPr>
            <a:lvl5pPr algn="r">
              <a:defRPr sz="1200" b="0">
                <a:solidFill>
                  <a:srgbClr val="777777"/>
                </a:solidFill>
                <a:latin typeface="Arial Unicode MS"/>
                <a:ea typeface="Arial Unicode MS"/>
                <a:cs typeface="Arial Unicode MS"/>
              </a:defRPr>
            </a:lvl5pPr>
            <a:lvl6pPr algn="r">
              <a:defRPr sz="1200" b="0">
                <a:solidFill>
                  <a:srgbClr val="777777"/>
                </a:solidFill>
                <a:latin typeface="Arial Unicode MS"/>
                <a:ea typeface="Arial Unicode MS"/>
                <a:cs typeface="Arial Unicode MS"/>
              </a:defRPr>
            </a:lvl6pPr>
            <a:lvl7pPr algn="r">
              <a:defRPr sz="1200" b="0">
                <a:solidFill>
                  <a:srgbClr val="777777"/>
                </a:solidFill>
                <a:latin typeface="Arial Unicode MS"/>
                <a:ea typeface="Arial Unicode MS"/>
                <a:cs typeface="Arial Unicode MS"/>
              </a:defRPr>
            </a:lvl7pPr>
            <a:lvl8pPr algn="r">
              <a:defRPr sz="1200" b="0">
                <a:solidFill>
                  <a:srgbClr val="777777"/>
                </a:solidFill>
                <a:latin typeface="Arial Unicode MS"/>
                <a:ea typeface="Arial Unicode MS"/>
                <a:cs typeface="Arial Unicode MS"/>
              </a:defRPr>
            </a:lvl8pPr>
            <a:lvl9pPr algn="r">
              <a:defRPr sz="1200" b="0">
                <a:solidFill>
                  <a:srgbClr val="777777"/>
                </a:solidFill>
                <a:latin typeface="Arial Unicode MS"/>
                <a:ea typeface="Arial Unicode MS"/>
                <a:cs typeface="Arial Unicode MS"/>
              </a:defRPr>
            </a:lvl9pPr>
          </a:lstStyle>
          <a:p xmlns:a="http://schemas.openxmlformats.org/drawingml/2006/main">
            <a:pPr algn="r">
              <a:defRPr sz="1200" b="0">
                <a:solidFill>
                  <a:srgbClr val="777777"/>
                </a:solidFill>
                <a:latin typeface="Arial Unicode MS"/>
                <a:ea typeface="Arial Unicode MS"/>
                <a:cs typeface="Arial Unicode MS"/>
              </a:defRPr>
            </a:pPr>
            <a:r>
              <a:rPr sz="1200" b="0">
                <a:solidFill>
                  <a:srgbClr val="777777"/>
                </a:solidFill>
                <a:latin typeface="Arial Unicode MS"/>
                <a:ea typeface="Arial Unicode MS"/>
                <a:cs typeface="Arial Unicode MS"/>
              </a:rPr>
              <a:t>15 / 16</a:t>
            </a:r>
          </a:p>
        </p:txBody>
      </p:sp>
      <p:graphicFrame>
        <p:nvGraphicFramePr>
          <p:cNvPr id="11" name="">
            <a:extLst xmlns:a="http://schemas.openxmlformats.org/drawingml/2006/main">
              <a:ext uri="{FF2B5EF4-FFF2-40B4-BE49-F238E27FC236}">
                <a16:creationId xmlns:a16="http://schemas.microsoft.com/office/drawing/2014/main" id="{C5F70184-860A-40C5-AFF5-492AEA4230FF}"/>
              </a:ext>
            </a:extLst>
          </p:cNvPr>
          <p:cNvGraphicFramePr/>
          <p:nvPr/>
        </p:nvGraphicFramePr>
        <p:xfrm>
          <a:off xmlns:a="http://schemas.openxmlformats.org/drawingml/2006/main" x="1952625" y="2095500"/>
          <a:ext xmlns:a="http://schemas.openxmlformats.org/drawingml/2006/main" cx="8953500" cy="3714750"/>
        </p:xfrm>
        <a:graphic xmlns:a="http://schemas.openxmlformats.org/drawingml/2006/main">
          <a:graphicData uri="http://schemas.openxmlformats.org/drawingml/2006/table">
            <a:tbl>
              <a:tblPr/>
              <a:tblGrid>
                <a:gridCol w="5095875"/>
                <a:gridCol w="3857625"/>
              </a:tblGrid>
              <a:tr h="530679">
                <a:tc>
                  <a:txBody>
                    <a:bodyPr wrap="square" lIns="85725" tIns="85725" rIns="85725" bIns="85725">
                      <a:noAutofit/>
                    </a:bodyPr>
                    <a:lstStyle/>
                    <a:p>
                      <a:pPr algn="l"/>
                      <a:r>
                        <a:rPr sz="1725" b="1">
                          <a:solidFill>
                            <a:srgbClr val="FFFFFF"/>
                          </a:solidFill>
                          <a:latin typeface="Arial Unicode MS"/>
                          <a:ea typeface="Arial Unicode MS"/>
                          <a:cs typeface="Arial Unicode MS"/>
                        </a:rPr>
                        <a:t>Required evidence</a:t>
                      </a:r>
                    </a:p>
                  </a:txBody>
                  <a:tcPr marL="91440" marR="91440" marT="45720" marB="45720" anchor="ctr">
                    <a:lnL w="9525">
                      <a:solidFill>
                        <a:srgbClr val="D5D5E0"/>
                      </a:solidFill>
                      <a:prstDash val="solid"/>
                    </a:lnL>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725" b="1">
                          <a:solidFill>
                            <a:srgbClr val="FFFFFF"/>
                          </a:solidFill>
                          <a:latin typeface="Arial Unicode MS"/>
                          <a:ea typeface="Arial Unicode MS"/>
                          <a:cs typeface="Arial Unicode MS"/>
                        </a:rPr>
                        <a:t>Final status</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r>
              <a:tr h="530679">
                <a:tc>
                  <a:txBody>
                    <a:bodyPr wrap="square" lIns="85725" tIns="85725" rIns="85725" bIns="85725">
                      <a:noAutofit/>
                    </a:bodyPr>
                    <a:lstStyle/>
                    <a:p>
                      <a:pPr algn="l"/>
                      <a:r>
                        <a:rPr sz="1725" b="0">
                          <a:solidFill>
                            <a:srgbClr val="111111"/>
                          </a:solidFill>
                          <a:latin typeface="Arial Unicode MS"/>
                          <a:ea typeface="Arial Unicode MS"/>
                          <a:cs typeface="Arial Unicode MS"/>
                        </a:rPr>
                        <a:t>Fixed harness and real execution</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Recorded with stated exceptions</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r h="530679">
                <a:tc>
                  <a:txBody>
                    <a:bodyPr wrap="square" lIns="85725" tIns="85725" rIns="85725" bIns="85725">
                      <a:noAutofit/>
                    </a:bodyPr>
                    <a:lstStyle/>
                    <a:p>
                      <a:pPr algn="l"/>
                      <a:r>
                        <a:rPr sz="1725" b="0">
                          <a:solidFill>
                            <a:srgbClr val="111111"/>
                          </a:solidFill>
                          <a:latin typeface="Arial Unicode MS"/>
                          <a:ea typeface="Arial Unicode MS"/>
                          <a:cs typeface="Arial Unicode MS"/>
                        </a:rPr>
                        <a:t>Equal-budget incumbent comparison</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Common support only, cost uncertain</a:t>
                      </a:r>
                    </a:p>
                  </a:txBody>
                  <a:tcPr marL="91440" marR="91440" marT="45720" marB="45720" anchor="ctr">
                    <a:lnR w="9525">
                      <a:solidFill>
                        <a:srgbClr val="D5D5E0"/>
                      </a:solidFill>
                      <a:prstDash val="solid"/>
                    </a:lnR>
                    <a:lnB w="9525">
                      <a:solidFill>
                        <a:srgbClr val="D5D5E0"/>
                      </a:solidFill>
                      <a:prstDash val="solid"/>
                    </a:lnB>
                    <a:solidFill>
                      <a:srgbClr val="F3F3F8"/>
                    </a:solidFill>
                  </a:tcPr>
                </a:tc>
              </a:tr>
              <a:tr h="530679">
                <a:tc>
                  <a:txBody>
                    <a:bodyPr wrap="square" lIns="85725" tIns="85725" rIns="85725" bIns="85725">
                      <a:noAutofit/>
                    </a:bodyPr>
                    <a:lstStyle/>
                    <a:p>
                      <a:pPr algn="l"/>
                      <a:r>
                        <a:rPr sz="1725" b="0">
                          <a:solidFill>
                            <a:srgbClr val="111111"/>
                          </a:solidFill>
                          <a:latin typeface="Arial Unicode MS"/>
                          <a:ea typeface="Arial Unicode MS"/>
                          <a:cs typeface="Arial Unicode MS"/>
                        </a:rPr>
                        <a:t>Final held-out pass@1 and gap</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Incomplete, 3/8 ended per method</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r h="530679">
                <a:tc>
                  <a:txBody>
                    <a:bodyPr wrap="square" lIns="85725" tIns="85725" rIns="85725" bIns="85725">
                      <a:noAutofit/>
                    </a:bodyPr>
                    <a:lstStyle/>
                    <a:p>
                      <a:pPr algn="l"/>
                      <a:r>
                        <a:rPr sz="1725" b="0">
                          <a:solidFill>
                            <a:srgbClr val="111111"/>
                          </a:solidFill>
                          <a:latin typeface="Arial Unicode MS"/>
                          <a:ea typeface="Arial Unicode MS"/>
                          <a:cs typeface="Arial Unicode MS"/>
                        </a:rPr>
                        <a:t>Search versus runtime cost</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Ledger available, runtime partial</a:t>
                      </a:r>
                    </a:p>
                  </a:txBody>
                  <a:tcPr marL="91440" marR="91440" marT="45720" marB="45720" anchor="ctr">
                    <a:lnR w="9525">
                      <a:solidFill>
                        <a:srgbClr val="D5D5E0"/>
                      </a:solidFill>
                      <a:prstDash val="solid"/>
                    </a:lnR>
                    <a:lnB w="9525">
                      <a:solidFill>
                        <a:srgbClr val="D5D5E0"/>
                      </a:solidFill>
                      <a:prstDash val="solid"/>
                    </a:lnB>
                    <a:solidFill>
                      <a:srgbClr val="F3F3F8"/>
                    </a:solidFill>
                  </a:tcPr>
                </a:tc>
              </a:tr>
              <a:tr h="530679">
                <a:tc>
                  <a:txBody>
                    <a:bodyPr wrap="square" lIns="85725" tIns="85725" rIns="85725" bIns="85725">
                      <a:noAutofit/>
                    </a:bodyPr>
                    <a:lstStyle/>
                    <a:p>
                      <a:pPr algn="l"/>
                      <a:r>
                        <a:rPr sz="1725" b="0">
                          <a:solidFill>
                            <a:srgbClr val="111111"/>
                          </a:solidFill>
                          <a:latin typeface="Arial Unicode MS"/>
                          <a:ea typeface="Arial Unicode MS"/>
                          <a:cs typeface="Arial Unicode MS"/>
                        </a:rPr>
                        <a:t>Sensitivity and failure analysis</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Exploratory, no causal attribution</a:t>
                      </a:r>
                    </a:p>
                  </a:txBody>
                  <a:tcPr marL="91440" marR="91440" marT="45720" marB="45720" anchor="ctr">
                    <a:lnR w="9525">
                      <a:solidFill>
                        <a:srgbClr val="D5D5E0"/>
                      </a:solidFill>
                      <a:prstDash val="solid"/>
                    </a:lnR>
                    <a:lnB w="9525">
                      <a:solidFill>
                        <a:srgbClr val="D5D5E0"/>
                      </a:solidFill>
                      <a:prstDash val="solid"/>
                    </a:lnB>
                    <a:solidFill>
                      <a:srgbClr val="FFFFFF"/>
                    </a:solidFill>
                  </a:tcPr>
                </a:tc>
              </a:tr>
              <a:tr h="530679">
                <a:tc>
                  <a:txBody>
                    <a:bodyPr wrap="square" lIns="85725" tIns="85725" rIns="85725" bIns="85725">
                      <a:noAutofit/>
                    </a:bodyPr>
                    <a:lstStyle/>
                    <a:p>
                      <a:pPr algn="l"/>
                      <a:r>
                        <a:rPr sz="1725" b="0">
                          <a:solidFill>
                            <a:srgbClr val="111111"/>
                          </a:solidFill>
                          <a:latin typeface="Arial Unicode MS"/>
                          <a:ea typeface="Arial Unicode MS"/>
                          <a:cs typeface="Arial Unicode MS"/>
                        </a:rPr>
                        <a:t>IGBS adaptive contribution</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725" b="0">
                          <a:solidFill>
                            <a:srgbClr val="111111"/>
                          </a:solidFill>
                          <a:latin typeface="Arial Unicode MS"/>
                          <a:ea typeface="Arial Unicode MS"/>
                          <a:cs typeface="Arial Unicode MS"/>
                        </a:rPr>
                        <a:t>Not exercised in this campaign</a:t>
                      </a:r>
                    </a:p>
                  </a:txBody>
                  <a:tcPr marL="91440" marR="91440" marT="45720" marB="45720" anchor="ctr">
                    <a:lnR w="9525">
                      <a:solidFill>
                        <a:srgbClr val="D5D5E0"/>
                      </a:solidFill>
                      <a:prstDash val="solid"/>
                    </a:lnR>
                    <a:lnB w="9525">
                      <a:solidFill>
                        <a:srgbClr val="D5D5E0"/>
                      </a:solidFill>
                      <a:prstDash val="solid"/>
                    </a:lnB>
                    <a:solidFill>
                      <a:srgbClr val="F3F3F8"/>
                    </a:solidFill>
                  </a:tcPr>
                </a:tc>
              </a:tr>
            </a:tbl>
          </a:graphicData>
        </a:graphic>
      </p:graphicFrame>
      <p:sp>
        <p:nvSpPr>
          <p:cNvPr id="12" name="">
            <a:extLst xmlns:a="http://schemas.openxmlformats.org/drawingml/2006/main">
              <a:ext uri="{FF2B5EF4-FFF2-40B4-BE49-F238E27FC236}">
                <a16:creationId xmlns:a16="http://schemas.microsoft.com/office/drawing/2014/main" id="{6208E55F-3429-49C0-A7BB-02E684A2DD3A}"/>
              </a:ext>
            </a:extLst>
          </p:cNvPr>
          <p:cNvSpPr>
            <a:spLocks xmlns:a="http://schemas.openxmlformats.org/drawingml/2006/main" noGrp="1"/>
          </p:cNvSpPr>
          <p:nvPr/>
        </p:nvSpPr>
        <p:spPr>
          <a:xfrm xmlns:a="http://schemas.openxmlformats.org/drawingml/2006/main">
            <a:off x="2047875" y="6191250"/>
            <a:ext cx="885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11111"/>
                </a:solidFill>
                <a:latin typeface="Arial Unicode MS"/>
                <a:ea typeface="Arial Unicode MS"/>
                <a:cs typeface="Arial Unicode MS"/>
              </a:defRPr>
            </a:defPPr>
            <a:lvl1pPr algn="l">
              <a:defRPr sz="2025" b="0">
                <a:solidFill>
                  <a:srgbClr val="111111"/>
                </a:solidFill>
                <a:latin typeface="Arial Unicode MS"/>
                <a:ea typeface="Arial Unicode MS"/>
                <a:cs typeface="Arial Unicode MS"/>
              </a:defRPr>
            </a:lvl1pPr>
            <a:lvl2pPr algn="l">
              <a:defRPr sz="2025" b="0">
                <a:solidFill>
                  <a:srgbClr val="111111"/>
                </a:solidFill>
                <a:latin typeface="Arial Unicode MS"/>
                <a:ea typeface="Arial Unicode MS"/>
                <a:cs typeface="Arial Unicode MS"/>
              </a:defRPr>
            </a:lvl2pPr>
            <a:lvl3pPr algn="l">
              <a:defRPr sz="2025" b="0">
                <a:solidFill>
                  <a:srgbClr val="111111"/>
                </a:solidFill>
                <a:latin typeface="Arial Unicode MS"/>
                <a:ea typeface="Arial Unicode MS"/>
                <a:cs typeface="Arial Unicode MS"/>
              </a:defRPr>
            </a:lvl3pPr>
            <a:lvl4pPr algn="l">
              <a:defRPr sz="2025" b="0">
                <a:solidFill>
                  <a:srgbClr val="111111"/>
                </a:solidFill>
                <a:latin typeface="Arial Unicode MS"/>
                <a:ea typeface="Arial Unicode MS"/>
                <a:cs typeface="Arial Unicode MS"/>
              </a:defRPr>
            </a:lvl4pPr>
            <a:lvl5pPr algn="l">
              <a:defRPr sz="2025" b="0">
                <a:solidFill>
                  <a:srgbClr val="111111"/>
                </a:solidFill>
                <a:latin typeface="Arial Unicode MS"/>
                <a:ea typeface="Arial Unicode MS"/>
                <a:cs typeface="Arial Unicode MS"/>
              </a:defRPr>
            </a:lvl5pPr>
            <a:lvl6pPr algn="l">
              <a:defRPr sz="2025" b="0">
                <a:solidFill>
                  <a:srgbClr val="111111"/>
                </a:solidFill>
                <a:latin typeface="Arial Unicode MS"/>
                <a:ea typeface="Arial Unicode MS"/>
                <a:cs typeface="Arial Unicode MS"/>
              </a:defRPr>
            </a:lvl6pPr>
            <a:lvl7pPr algn="l">
              <a:defRPr sz="2025" b="0">
                <a:solidFill>
                  <a:srgbClr val="111111"/>
                </a:solidFill>
                <a:latin typeface="Arial Unicode MS"/>
                <a:ea typeface="Arial Unicode MS"/>
                <a:cs typeface="Arial Unicode MS"/>
              </a:defRPr>
            </a:lvl7pPr>
            <a:lvl8pPr algn="l">
              <a:defRPr sz="2025" b="0">
                <a:solidFill>
                  <a:srgbClr val="111111"/>
                </a:solidFill>
                <a:latin typeface="Arial Unicode MS"/>
                <a:ea typeface="Arial Unicode MS"/>
                <a:cs typeface="Arial Unicode MS"/>
              </a:defRPr>
            </a:lvl8pPr>
            <a:lvl9pPr algn="l">
              <a:defRPr sz="2025" b="0">
                <a:solidFill>
                  <a:srgbClr val="111111"/>
                </a:solidFill>
                <a:latin typeface="Arial Unicode MS"/>
                <a:ea typeface="Arial Unicode MS"/>
                <a:cs typeface="Arial Unicode MS"/>
              </a:defRPr>
            </a:lvl9pPr>
          </a:lstStyle>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IGBS has the highest recorded validation score, but its</a:t>
            </a:r>
          </a:p>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selection matches BO and comes from initialization.</a:t>
            </a:r>
          </a:p>
          <a:p xmlns:a="http://schemas.openxmlformats.org/drawingml/2006/main">
            <a:pPr algn="l">
              <a:defRPr sz="2025" b="0">
                <a:solidFill>
                  <a:srgbClr val="111111"/>
                </a:solidFill>
                <a:latin typeface="Arial Unicode MS"/>
                <a:ea typeface="Arial Unicode MS"/>
                <a:cs typeface="Arial Unicode MS"/>
              </a:defRPr>
            </a:pPr>
            <a:r>
              <a:rPr sz="2025" b="0">
                <a:solidFill>
                  <a:srgbClr val="111111"/>
                </a:solidFill>
                <a:latin typeface="Arial Unicode MS"/>
                <a:ea typeface="Arial Unicode MS"/>
                <a:cs typeface="Arial Unicode MS"/>
              </a:rPr>
              <a:t>Independent testing stopped before full coverage.</a:t>
            </a:r>
          </a:p>
        </p:txBody>
      </p:sp>
      <p:sp>
        <p:nvSpPr>
          <p:cNvPr id="13" name="">
            <a:extLst xmlns:a="http://schemas.openxmlformats.org/drawingml/2006/main">
              <a:ext uri="{FF2B5EF4-FFF2-40B4-BE49-F238E27FC236}">
                <a16:creationId xmlns:a16="http://schemas.microsoft.com/office/drawing/2014/main" id="{B6BF97A8-8038-4FAB-A5C4-14546CD88AB0}"/>
              </a:ext>
            </a:extLst>
          </p:cNvPr>
          <p:cNvSpPr>
            <a:spLocks xmlns:a="http://schemas.openxmlformats.org/drawingml/2006/main" noGrp="1"/>
          </p:cNvSpPr>
          <p:nvPr/>
        </p:nvSpPr>
        <p:spPr>
          <a:xfrm xmlns:a="http://schemas.openxmlformats.org/drawingml/2006/main">
            <a:off x="2047875" y="7524750"/>
            <a:ext cx="885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3333B2"/>
                </a:solidFill>
                <a:latin typeface="Arial Unicode MS"/>
                <a:ea typeface="Arial Unicode MS"/>
                <a:cs typeface="Arial Unicode MS"/>
              </a:defRPr>
            </a:defPPr>
            <a:lvl1pPr algn="l">
              <a:defRPr sz="1725" b="0">
                <a:solidFill>
                  <a:srgbClr val="3333B2"/>
                </a:solidFill>
                <a:latin typeface="Arial Unicode MS"/>
                <a:ea typeface="Arial Unicode MS"/>
                <a:cs typeface="Arial Unicode MS"/>
              </a:defRPr>
            </a:lvl1pPr>
            <a:lvl2pPr algn="l">
              <a:defRPr sz="1725" b="0">
                <a:solidFill>
                  <a:srgbClr val="3333B2"/>
                </a:solidFill>
                <a:latin typeface="Arial Unicode MS"/>
                <a:ea typeface="Arial Unicode MS"/>
                <a:cs typeface="Arial Unicode MS"/>
              </a:defRPr>
            </a:lvl2pPr>
            <a:lvl3pPr algn="l">
              <a:defRPr sz="1725" b="0">
                <a:solidFill>
                  <a:srgbClr val="3333B2"/>
                </a:solidFill>
                <a:latin typeface="Arial Unicode MS"/>
                <a:ea typeface="Arial Unicode MS"/>
                <a:cs typeface="Arial Unicode MS"/>
              </a:defRPr>
            </a:lvl3pPr>
            <a:lvl4pPr algn="l">
              <a:defRPr sz="1725" b="0">
                <a:solidFill>
                  <a:srgbClr val="3333B2"/>
                </a:solidFill>
                <a:latin typeface="Arial Unicode MS"/>
                <a:ea typeface="Arial Unicode MS"/>
                <a:cs typeface="Arial Unicode MS"/>
              </a:defRPr>
            </a:lvl4pPr>
            <a:lvl5pPr algn="l">
              <a:defRPr sz="1725" b="0">
                <a:solidFill>
                  <a:srgbClr val="3333B2"/>
                </a:solidFill>
                <a:latin typeface="Arial Unicode MS"/>
                <a:ea typeface="Arial Unicode MS"/>
                <a:cs typeface="Arial Unicode MS"/>
              </a:defRPr>
            </a:lvl5pPr>
            <a:lvl6pPr algn="l">
              <a:defRPr sz="1725" b="0">
                <a:solidFill>
                  <a:srgbClr val="3333B2"/>
                </a:solidFill>
                <a:latin typeface="Arial Unicode MS"/>
                <a:ea typeface="Arial Unicode MS"/>
                <a:cs typeface="Arial Unicode MS"/>
              </a:defRPr>
            </a:lvl6pPr>
            <a:lvl7pPr algn="l">
              <a:defRPr sz="1725" b="0">
                <a:solidFill>
                  <a:srgbClr val="3333B2"/>
                </a:solidFill>
                <a:latin typeface="Arial Unicode MS"/>
                <a:ea typeface="Arial Unicode MS"/>
                <a:cs typeface="Arial Unicode MS"/>
              </a:defRPr>
            </a:lvl7pPr>
            <a:lvl8pPr algn="l">
              <a:defRPr sz="1725" b="0">
                <a:solidFill>
                  <a:srgbClr val="3333B2"/>
                </a:solidFill>
                <a:latin typeface="Arial Unicode MS"/>
                <a:ea typeface="Arial Unicode MS"/>
                <a:cs typeface="Arial Unicode MS"/>
              </a:defRPr>
            </a:lvl8pPr>
            <a:lvl9pPr algn="l">
              <a:defRPr sz="1725" b="0">
                <a:solidFill>
                  <a:srgbClr val="3333B2"/>
                </a:solidFill>
                <a:latin typeface="Arial Unicode MS"/>
                <a:ea typeface="Arial Unicode MS"/>
                <a:cs typeface="Arial Unicode MS"/>
              </a:defRPr>
            </a:lvl9pPr>
          </a:lstStyle>
          <a:p xmlns:a="http://schemas.openxmlformats.org/drawingml/2006/main">
            <a:pPr algn="l">
              <a:defRPr sz="1725" b="0">
                <a:solidFill>
                  <a:srgbClr val="3333B2"/>
                </a:solidFill>
                <a:latin typeface="Arial Unicode MS"/>
                <a:ea typeface="Arial Unicode MS"/>
                <a:cs typeface="Arial Unicode MS"/>
              </a:defRPr>
            </a:pPr>
            <a:r>
              <a:rPr sz="1725" b="0">
                <a:solidFill>
                  <a:srgbClr val="3333B2"/>
                </a:solidFill>
                <a:latin typeface="Arial Unicode MS"/>
                <a:ea typeface="Arial Unicode MS"/>
                <a:cs typeface="Arial Unicode MS"/>
              </a:rPr>
              <a:t>Original formal protocol incomplete. Local package prepared for review.</a:t>
            </a:r>
          </a:p>
        </p:txBody>
      </p:sp>
    </p:spTree>
    <p:extLst>
      <p:ext uri="{BB962C8B-B14F-4D97-AF65-F5344CB8AC3E}">
        <p14:creationId xmlns:p14="http://schemas.microsoft.com/office/powerpoint/2010/main" val="6886344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511222E-6F84-469F-B581-4E2E07B00CDB}"/>
              </a:ext>
            </a:extLst>
          </p:cNvPr>
          <p:cNvSpPr>
            <a:spLocks xmlns:a="http://schemas.openxmlformats.org/drawingml/2006/main" noGrp="1"/>
          </p:cNvSpPr>
          <p:nvPr/>
        </p:nvSpPr>
        <p:spPr>
          <a:xfrm xmlns:a="http://schemas.openxmlformats.org/drawingml/2006/main">
            <a:off x="0" y="0"/>
            <a:ext cx="11430000" cy="142875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6BFB2DA-00EF-4B37-B289-DDFE51FB7312}"/>
              </a:ext>
            </a:extLst>
          </p:cNvPr>
          <p:cNvSpPr>
            <a:spLocks xmlns:a="http://schemas.openxmlformats.org/drawingml/2006/main" noGrp="1"/>
          </p:cNvSpPr>
          <p:nvPr/>
        </p:nvSpPr>
        <p:spPr>
          <a:xfrm xmlns:a="http://schemas.openxmlformats.org/drawingml/2006/main">
            <a:off x="0" y="0"/>
            <a:ext cx="1428750" cy="8572500"/>
          </a:xfrm>
          <a:prstGeom xmlns:a="http://schemas.openxmlformats.org/drawingml/2006/main" prst="rect">
            <a:avLst/>
          </a:prstGeom>
          <a:solidFill xmlns:a="http://schemas.openxmlformats.org/drawingml/2006/main">
            <a:srgbClr val="3333B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80A4DC1-F03D-4A8D-9142-82719652D999}"/>
              </a:ext>
            </a:extLst>
          </p:cNvPr>
          <p:cNvSpPr>
            <a:spLocks xmlns:a="http://schemas.openxmlformats.org/drawingml/2006/main" noGrp="1"/>
          </p:cNvSpPr>
          <p:nvPr/>
        </p:nvSpPr>
        <p:spPr>
          <a:xfrm xmlns:a="http://schemas.openxmlformats.org/drawingml/2006/main">
            <a:off x="0" y="0"/>
            <a:ext cx="1428750" cy="1428750"/>
          </a:xfrm>
          <a:prstGeom xmlns:a="http://schemas.openxmlformats.org/drawingml/2006/main" prst="rect">
            <a:avLst/>
          </a:prstGeom>
          <a:solidFill xmlns:a="http://schemas.openxmlformats.org/drawingml/2006/main">
            <a:srgbClr val="28287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B94AA28-7FA6-4CB8-AA20-34FE7331906D}"/>
              </a:ext>
            </a:extLst>
          </p:cNvPr>
          <p:cNvSpPr>
            <a:spLocks xmlns:a="http://schemas.openxmlformats.org/drawingml/2006/main" noGrp="1"/>
          </p:cNvSpPr>
          <p:nvPr/>
        </p:nvSpPr>
        <p:spPr>
          <a:xfrm xmlns:a="http://schemas.openxmlformats.org/drawingml/2006/main">
            <a:off x="1952625" y="333375"/>
            <a:ext cx="895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FFFFFF"/>
                </a:solidFill>
                <a:latin typeface="Arial Unicode MS"/>
                <a:ea typeface="Arial Unicode MS"/>
                <a:cs typeface="Arial Unicode MS"/>
              </a:defRPr>
            </a:defPPr>
            <a:lvl1pPr algn="l">
              <a:defRPr sz="2625" b="0">
                <a:solidFill>
                  <a:srgbClr val="FFFFFF"/>
                </a:solidFill>
                <a:latin typeface="Arial Unicode MS"/>
                <a:ea typeface="Arial Unicode MS"/>
                <a:cs typeface="Arial Unicode MS"/>
              </a:defRPr>
            </a:lvl1pPr>
            <a:lvl2pPr algn="l">
              <a:defRPr sz="2625" b="0">
                <a:solidFill>
                  <a:srgbClr val="FFFFFF"/>
                </a:solidFill>
                <a:latin typeface="Arial Unicode MS"/>
                <a:ea typeface="Arial Unicode MS"/>
                <a:cs typeface="Arial Unicode MS"/>
              </a:defRPr>
            </a:lvl2pPr>
            <a:lvl3pPr algn="l">
              <a:defRPr sz="2625" b="0">
                <a:solidFill>
                  <a:srgbClr val="FFFFFF"/>
                </a:solidFill>
                <a:latin typeface="Arial Unicode MS"/>
                <a:ea typeface="Arial Unicode MS"/>
                <a:cs typeface="Arial Unicode MS"/>
              </a:defRPr>
            </a:lvl3pPr>
            <a:lvl4pPr algn="l">
              <a:defRPr sz="2625" b="0">
                <a:solidFill>
                  <a:srgbClr val="FFFFFF"/>
                </a:solidFill>
                <a:latin typeface="Arial Unicode MS"/>
                <a:ea typeface="Arial Unicode MS"/>
                <a:cs typeface="Arial Unicode MS"/>
              </a:defRPr>
            </a:lvl4pPr>
            <a:lvl5pPr algn="l">
              <a:defRPr sz="2625" b="0">
                <a:solidFill>
                  <a:srgbClr val="FFFFFF"/>
                </a:solidFill>
                <a:latin typeface="Arial Unicode MS"/>
                <a:ea typeface="Arial Unicode MS"/>
                <a:cs typeface="Arial Unicode MS"/>
              </a:defRPr>
            </a:lvl5pPr>
            <a:lvl6pPr algn="l">
              <a:defRPr sz="2625" b="0">
                <a:solidFill>
                  <a:srgbClr val="FFFFFF"/>
                </a:solidFill>
                <a:latin typeface="Arial Unicode MS"/>
                <a:ea typeface="Arial Unicode MS"/>
                <a:cs typeface="Arial Unicode MS"/>
              </a:defRPr>
            </a:lvl6pPr>
            <a:lvl7pPr algn="l">
              <a:defRPr sz="2625" b="0">
                <a:solidFill>
                  <a:srgbClr val="FFFFFF"/>
                </a:solidFill>
                <a:latin typeface="Arial Unicode MS"/>
                <a:ea typeface="Arial Unicode MS"/>
                <a:cs typeface="Arial Unicode MS"/>
              </a:defRPr>
            </a:lvl7pPr>
            <a:lvl8pPr algn="l">
              <a:defRPr sz="2625" b="0">
                <a:solidFill>
                  <a:srgbClr val="FFFFFF"/>
                </a:solidFill>
                <a:latin typeface="Arial Unicode MS"/>
                <a:ea typeface="Arial Unicode MS"/>
                <a:cs typeface="Arial Unicode MS"/>
              </a:defRPr>
            </a:lvl8pPr>
            <a:lvl9pPr algn="l">
              <a:defRPr sz="2625" b="0">
                <a:solidFill>
                  <a:srgbClr val="FFFFFF"/>
                </a:solidFill>
                <a:latin typeface="Arial Unicode MS"/>
                <a:ea typeface="Arial Unicode MS"/>
                <a:cs typeface="Arial Unicode MS"/>
              </a:defRPr>
            </a:lvl9pPr>
          </a:lstStyle>
          <a:p xmlns:a="http://schemas.openxmlformats.org/drawingml/2006/main">
            <a:pPr algn="l">
              <a:defRPr sz="2625" b="0">
                <a:solidFill>
                  <a:srgbClr val="FFFFFF"/>
                </a:solidFill>
                <a:latin typeface="Arial Unicode MS"/>
                <a:ea typeface="Arial Unicode MS"/>
                <a:cs typeface="Arial Unicode MS"/>
              </a:defRPr>
            </a:pPr>
            <a:r>
              <a:rPr sz="2625" b="0">
                <a:solidFill>
                  <a:srgbClr val="FFFFFF"/>
                </a:solidFill>
                <a:latin typeface="Arial Unicode MS"/>
                <a:ea typeface="Arial Unicode MS"/>
                <a:cs typeface="Arial Unicode MS"/>
              </a:rPr>
              <a:t>Task-level validation outcomes</a:t>
            </a:r>
          </a:p>
        </p:txBody>
      </p:sp>
      <p:sp>
        <p:nvSpPr>
          <p:cNvPr id="6" name="">
            <a:extLst xmlns:a="http://schemas.openxmlformats.org/drawingml/2006/main">
              <a:ext uri="{FF2B5EF4-FFF2-40B4-BE49-F238E27FC236}">
                <a16:creationId xmlns:a16="http://schemas.microsoft.com/office/drawing/2014/main" id="{F3DE5B36-DD4C-45E5-9956-5BF1DC111774}"/>
              </a:ext>
            </a:extLst>
          </p:cNvPr>
          <p:cNvSpPr>
            <a:spLocks xmlns:a="http://schemas.openxmlformats.org/drawingml/2006/main" noGrp="1"/>
          </p:cNvSpPr>
          <p:nvPr/>
        </p:nvSpPr>
        <p:spPr>
          <a:xfrm xmlns:a="http://schemas.openxmlformats.org/drawingml/2006/main">
            <a:off x="114300" y="27622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Problem</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design</a:t>
            </a:r>
          </a:p>
        </p:txBody>
      </p:sp>
      <p:sp>
        <p:nvSpPr>
          <p:cNvPr id="7" name="">
            <a:extLst xmlns:a="http://schemas.openxmlformats.org/drawingml/2006/main">
              <a:ext uri="{FF2B5EF4-FFF2-40B4-BE49-F238E27FC236}">
                <a16:creationId xmlns:a16="http://schemas.microsoft.com/office/drawing/2014/main" id="{7A2E152B-FA92-49D6-B7D1-B5D137CF5601}"/>
              </a:ext>
            </a:extLst>
          </p:cNvPr>
          <p:cNvSpPr>
            <a:spLocks xmlns:a="http://schemas.openxmlformats.org/drawingml/2006/main" noGrp="1"/>
          </p:cNvSpPr>
          <p:nvPr/>
        </p:nvSpPr>
        <p:spPr>
          <a:xfrm xmlns:a="http://schemas.openxmlformats.org/drawingml/2006/main">
            <a:off x="114300" y="37909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Search</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methods</a:t>
            </a:r>
          </a:p>
        </p:txBody>
      </p:sp>
      <p:sp>
        <p:nvSpPr>
          <p:cNvPr id="8" name="">
            <a:extLst xmlns:a="http://schemas.openxmlformats.org/drawingml/2006/main">
              <a:ext uri="{FF2B5EF4-FFF2-40B4-BE49-F238E27FC236}">
                <a16:creationId xmlns:a16="http://schemas.microsoft.com/office/drawing/2014/main" id="{01A471CE-3FF4-4D9A-9A3E-5BCD13D09559}"/>
              </a:ext>
            </a:extLst>
          </p:cNvPr>
          <p:cNvSpPr>
            <a:spLocks xmlns:a="http://schemas.openxmlformats.org/drawingml/2006/main" noGrp="1"/>
          </p:cNvSpPr>
          <p:nvPr/>
        </p:nvSpPr>
        <p:spPr>
          <a:xfrm xmlns:a="http://schemas.openxmlformats.org/drawingml/2006/main">
            <a:off x="114300" y="48196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FFFFFF"/>
                </a:solidFill>
                <a:latin typeface="Arial Unicode MS"/>
                <a:ea typeface="Arial Unicode MS"/>
                <a:cs typeface="Arial Unicode MS"/>
              </a:defRPr>
            </a:defPPr>
            <a:lvl1pPr algn="l">
              <a:defRPr sz="1200" b="0">
                <a:solidFill>
                  <a:srgbClr val="FFFFFF"/>
                </a:solidFill>
                <a:latin typeface="Arial Unicode MS"/>
                <a:ea typeface="Arial Unicode MS"/>
                <a:cs typeface="Arial Unicode MS"/>
              </a:defRPr>
            </a:lvl1pPr>
            <a:lvl2pPr algn="l">
              <a:defRPr sz="1200" b="0">
                <a:solidFill>
                  <a:srgbClr val="FFFFFF"/>
                </a:solidFill>
                <a:latin typeface="Arial Unicode MS"/>
                <a:ea typeface="Arial Unicode MS"/>
                <a:cs typeface="Arial Unicode MS"/>
              </a:defRPr>
            </a:lvl2pPr>
            <a:lvl3pPr algn="l">
              <a:defRPr sz="1200" b="0">
                <a:solidFill>
                  <a:srgbClr val="FFFFFF"/>
                </a:solidFill>
                <a:latin typeface="Arial Unicode MS"/>
                <a:ea typeface="Arial Unicode MS"/>
                <a:cs typeface="Arial Unicode MS"/>
              </a:defRPr>
            </a:lvl3pPr>
            <a:lvl4pPr algn="l">
              <a:defRPr sz="1200" b="0">
                <a:solidFill>
                  <a:srgbClr val="FFFFFF"/>
                </a:solidFill>
                <a:latin typeface="Arial Unicode MS"/>
                <a:ea typeface="Arial Unicode MS"/>
                <a:cs typeface="Arial Unicode MS"/>
              </a:defRPr>
            </a:lvl4pPr>
            <a:lvl5pPr algn="l">
              <a:defRPr sz="1200" b="0">
                <a:solidFill>
                  <a:srgbClr val="FFFFFF"/>
                </a:solidFill>
                <a:latin typeface="Arial Unicode MS"/>
                <a:ea typeface="Arial Unicode MS"/>
                <a:cs typeface="Arial Unicode MS"/>
              </a:defRPr>
            </a:lvl5pPr>
            <a:lvl6pPr algn="l">
              <a:defRPr sz="1200" b="0">
                <a:solidFill>
                  <a:srgbClr val="FFFFFF"/>
                </a:solidFill>
                <a:latin typeface="Arial Unicode MS"/>
                <a:ea typeface="Arial Unicode MS"/>
                <a:cs typeface="Arial Unicode MS"/>
              </a:defRPr>
            </a:lvl6pPr>
            <a:lvl7pPr algn="l">
              <a:defRPr sz="1200" b="0">
                <a:solidFill>
                  <a:srgbClr val="FFFFFF"/>
                </a:solidFill>
                <a:latin typeface="Arial Unicode MS"/>
                <a:ea typeface="Arial Unicode MS"/>
                <a:cs typeface="Arial Unicode MS"/>
              </a:defRPr>
            </a:lvl7pPr>
            <a:lvl8pPr algn="l">
              <a:defRPr sz="1200" b="0">
                <a:solidFill>
                  <a:srgbClr val="FFFFFF"/>
                </a:solidFill>
                <a:latin typeface="Arial Unicode MS"/>
                <a:ea typeface="Arial Unicode MS"/>
                <a:cs typeface="Arial Unicode MS"/>
              </a:defRPr>
            </a:lvl8pPr>
            <a:lvl9pPr algn="l">
              <a:defRPr sz="1200" b="0">
                <a:solidFill>
                  <a:srgbClr val="FFFFFF"/>
                </a:solidFill>
                <a:latin typeface="Arial Unicode MS"/>
                <a:ea typeface="Arial Unicode MS"/>
                <a:cs typeface="Arial Unicode MS"/>
              </a:defRPr>
            </a:lvl9pPr>
          </a:lstStyle>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Validation</a:t>
            </a:r>
          </a:p>
          <a:p xmlns:a="http://schemas.openxmlformats.org/drawingml/2006/main">
            <a:pPr algn="l">
              <a:defRPr sz="1200" b="0">
                <a:solidFill>
                  <a:srgbClr val="FFFFFF"/>
                </a:solidFill>
                <a:latin typeface="Arial Unicode MS"/>
                <a:ea typeface="Arial Unicode MS"/>
                <a:cs typeface="Arial Unicode MS"/>
              </a:defRPr>
            </a:pPr>
            <a:r>
              <a:rPr sz="1200" b="0">
                <a:solidFill>
                  <a:srgbClr val="FFFFFF"/>
                </a:solidFill>
                <a:latin typeface="Arial Unicode MS"/>
                <a:ea typeface="Arial Unicode MS"/>
                <a:cs typeface="Arial Unicode MS"/>
              </a:rPr>
              <a:t>results</a:t>
            </a:r>
          </a:p>
        </p:txBody>
      </p:sp>
      <p:sp>
        <p:nvSpPr>
          <p:cNvPr id="9" name="">
            <a:extLst xmlns:a="http://schemas.openxmlformats.org/drawingml/2006/main">
              <a:ext uri="{FF2B5EF4-FFF2-40B4-BE49-F238E27FC236}">
                <a16:creationId xmlns:a16="http://schemas.microsoft.com/office/drawing/2014/main" id="{628E00FA-87B8-4095-A02C-EF34F861CFA6}"/>
              </a:ext>
            </a:extLst>
          </p:cNvPr>
          <p:cNvSpPr>
            <a:spLocks xmlns:a="http://schemas.openxmlformats.org/drawingml/2006/main" noGrp="1"/>
          </p:cNvSpPr>
          <p:nvPr/>
        </p:nvSpPr>
        <p:spPr>
          <a:xfrm xmlns:a="http://schemas.openxmlformats.org/drawingml/2006/main">
            <a:off x="114300" y="5848350"/>
            <a:ext cx="119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9D9DE2"/>
                </a:solidFill>
                <a:latin typeface="Arial Unicode MS"/>
                <a:ea typeface="Arial Unicode MS"/>
                <a:cs typeface="Arial Unicode MS"/>
              </a:defRPr>
            </a:defPPr>
            <a:lvl1pPr algn="l">
              <a:defRPr sz="1200" b="0">
                <a:solidFill>
                  <a:srgbClr val="9D9DE2"/>
                </a:solidFill>
                <a:latin typeface="Arial Unicode MS"/>
                <a:ea typeface="Arial Unicode MS"/>
                <a:cs typeface="Arial Unicode MS"/>
              </a:defRPr>
            </a:lvl1pPr>
            <a:lvl2pPr algn="l">
              <a:defRPr sz="1200" b="0">
                <a:solidFill>
                  <a:srgbClr val="9D9DE2"/>
                </a:solidFill>
                <a:latin typeface="Arial Unicode MS"/>
                <a:ea typeface="Arial Unicode MS"/>
                <a:cs typeface="Arial Unicode MS"/>
              </a:defRPr>
            </a:lvl2pPr>
            <a:lvl3pPr algn="l">
              <a:defRPr sz="1200" b="0">
                <a:solidFill>
                  <a:srgbClr val="9D9DE2"/>
                </a:solidFill>
                <a:latin typeface="Arial Unicode MS"/>
                <a:ea typeface="Arial Unicode MS"/>
                <a:cs typeface="Arial Unicode MS"/>
              </a:defRPr>
            </a:lvl3pPr>
            <a:lvl4pPr algn="l">
              <a:defRPr sz="1200" b="0">
                <a:solidFill>
                  <a:srgbClr val="9D9DE2"/>
                </a:solidFill>
                <a:latin typeface="Arial Unicode MS"/>
                <a:ea typeface="Arial Unicode MS"/>
                <a:cs typeface="Arial Unicode MS"/>
              </a:defRPr>
            </a:lvl4pPr>
            <a:lvl5pPr algn="l">
              <a:defRPr sz="1200" b="0">
                <a:solidFill>
                  <a:srgbClr val="9D9DE2"/>
                </a:solidFill>
                <a:latin typeface="Arial Unicode MS"/>
                <a:ea typeface="Arial Unicode MS"/>
                <a:cs typeface="Arial Unicode MS"/>
              </a:defRPr>
            </a:lvl5pPr>
            <a:lvl6pPr algn="l">
              <a:defRPr sz="1200" b="0">
                <a:solidFill>
                  <a:srgbClr val="9D9DE2"/>
                </a:solidFill>
                <a:latin typeface="Arial Unicode MS"/>
                <a:ea typeface="Arial Unicode MS"/>
                <a:cs typeface="Arial Unicode MS"/>
              </a:defRPr>
            </a:lvl6pPr>
            <a:lvl7pPr algn="l">
              <a:defRPr sz="1200" b="0">
                <a:solidFill>
                  <a:srgbClr val="9D9DE2"/>
                </a:solidFill>
                <a:latin typeface="Arial Unicode MS"/>
                <a:ea typeface="Arial Unicode MS"/>
                <a:cs typeface="Arial Unicode MS"/>
              </a:defRPr>
            </a:lvl7pPr>
            <a:lvl8pPr algn="l">
              <a:defRPr sz="1200" b="0">
                <a:solidFill>
                  <a:srgbClr val="9D9DE2"/>
                </a:solidFill>
                <a:latin typeface="Arial Unicode MS"/>
                <a:ea typeface="Arial Unicode MS"/>
                <a:cs typeface="Arial Unicode MS"/>
              </a:defRPr>
            </a:lvl8pPr>
            <a:lvl9pPr algn="l">
              <a:defRPr sz="1200" b="0">
                <a:solidFill>
                  <a:srgbClr val="9D9DE2"/>
                </a:solidFill>
                <a:latin typeface="Arial Unicode MS"/>
                <a:ea typeface="Arial Unicode MS"/>
                <a:cs typeface="Arial Unicode MS"/>
              </a:defRPr>
            </a:lvl9pPr>
          </a:lstStyle>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Analysis</a:t>
            </a:r>
          </a:p>
          <a:p xmlns:a="http://schemas.openxmlformats.org/drawingml/2006/main">
            <a:pPr algn="l">
              <a:defRPr sz="1200" b="0">
                <a:solidFill>
                  <a:srgbClr val="9D9DE2"/>
                </a:solidFill>
                <a:latin typeface="Arial Unicode MS"/>
                <a:ea typeface="Arial Unicode MS"/>
                <a:cs typeface="Arial Unicode MS"/>
              </a:defRPr>
            </a:pPr>
            <a:r>
              <a:rPr sz="1200" b="0">
                <a:solidFill>
                  <a:srgbClr val="9D9DE2"/>
                </a:solidFill>
                <a:latin typeface="Arial Unicode MS"/>
                <a:ea typeface="Arial Unicode MS"/>
                <a:cs typeface="Arial Unicode MS"/>
              </a:rPr>
              <a:t>and limits</a:t>
            </a:r>
          </a:p>
        </p:txBody>
      </p:sp>
      <p:sp>
        <p:nvSpPr>
          <p:cNvPr id="10" name="">
            <a:extLst xmlns:a="http://schemas.openxmlformats.org/drawingml/2006/main">
              <a:ext uri="{FF2B5EF4-FFF2-40B4-BE49-F238E27FC236}">
                <a16:creationId xmlns:a16="http://schemas.microsoft.com/office/drawing/2014/main" id="{C4D29514-398C-431C-8A6B-DB29BDBC9021}"/>
              </a:ext>
            </a:extLst>
          </p:cNvPr>
          <p:cNvSpPr>
            <a:spLocks xmlns:a="http://schemas.openxmlformats.org/drawingml/2006/main" noGrp="1"/>
          </p:cNvSpPr>
          <p:nvPr/>
        </p:nvSpPr>
        <p:spPr>
          <a:xfrm xmlns:a="http://schemas.openxmlformats.org/drawingml/2006/main">
            <a:off x="10001250" y="8096250"/>
            <a:ext cx="1190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777777"/>
                </a:solidFill>
                <a:latin typeface="Arial Unicode MS"/>
                <a:ea typeface="Arial Unicode MS"/>
                <a:cs typeface="Arial Unicode MS"/>
              </a:defRPr>
            </a:defPPr>
            <a:lvl1pPr algn="r">
              <a:defRPr sz="1200" b="0">
                <a:solidFill>
                  <a:srgbClr val="777777"/>
                </a:solidFill>
                <a:latin typeface="Arial Unicode MS"/>
                <a:ea typeface="Arial Unicode MS"/>
                <a:cs typeface="Arial Unicode MS"/>
              </a:defRPr>
            </a:lvl1pPr>
            <a:lvl2pPr algn="r">
              <a:defRPr sz="1200" b="0">
                <a:solidFill>
                  <a:srgbClr val="777777"/>
                </a:solidFill>
                <a:latin typeface="Arial Unicode MS"/>
                <a:ea typeface="Arial Unicode MS"/>
                <a:cs typeface="Arial Unicode MS"/>
              </a:defRPr>
            </a:lvl2pPr>
            <a:lvl3pPr algn="r">
              <a:defRPr sz="1200" b="0">
                <a:solidFill>
                  <a:srgbClr val="777777"/>
                </a:solidFill>
                <a:latin typeface="Arial Unicode MS"/>
                <a:ea typeface="Arial Unicode MS"/>
                <a:cs typeface="Arial Unicode MS"/>
              </a:defRPr>
            </a:lvl3pPr>
            <a:lvl4pPr algn="r">
              <a:defRPr sz="1200" b="0">
                <a:solidFill>
                  <a:srgbClr val="777777"/>
                </a:solidFill>
                <a:latin typeface="Arial Unicode MS"/>
                <a:ea typeface="Arial Unicode MS"/>
                <a:cs typeface="Arial Unicode MS"/>
              </a:defRPr>
            </a:lvl4pPr>
            <a:lvl5pPr algn="r">
              <a:defRPr sz="1200" b="0">
                <a:solidFill>
                  <a:srgbClr val="777777"/>
                </a:solidFill>
                <a:latin typeface="Arial Unicode MS"/>
                <a:ea typeface="Arial Unicode MS"/>
                <a:cs typeface="Arial Unicode MS"/>
              </a:defRPr>
            </a:lvl5pPr>
            <a:lvl6pPr algn="r">
              <a:defRPr sz="1200" b="0">
                <a:solidFill>
                  <a:srgbClr val="777777"/>
                </a:solidFill>
                <a:latin typeface="Arial Unicode MS"/>
                <a:ea typeface="Arial Unicode MS"/>
                <a:cs typeface="Arial Unicode MS"/>
              </a:defRPr>
            </a:lvl6pPr>
            <a:lvl7pPr algn="r">
              <a:defRPr sz="1200" b="0">
                <a:solidFill>
                  <a:srgbClr val="777777"/>
                </a:solidFill>
                <a:latin typeface="Arial Unicode MS"/>
                <a:ea typeface="Arial Unicode MS"/>
                <a:cs typeface="Arial Unicode MS"/>
              </a:defRPr>
            </a:lvl7pPr>
            <a:lvl8pPr algn="r">
              <a:defRPr sz="1200" b="0">
                <a:solidFill>
                  <a:srgbClr val="777777"/>
                </a:solidFill>
                <a:latin typeface="Arial Unicode MS"/>
                <a:ea typeface="Arial Unicode MS"/>
                <a:cs typeface="Arial Unicode MS"/>
              </a:defRPr>
            </a:lvl8pPr>
            <a:lvl9pPr algn="r">
              <a:defRPr sz="1200" b="0">
                <a:solidFill>
                  <a:srgbClr val="777777"/>
                </a:solidFill>
                <a:latin typeface="Arial Unicode MS"/>
                <a:ea typeface="Arial Unicode MS"/>
                <a:cs typeface="Arial Unicode MS"/>
              </a:defRPr>
            </a:lvl9pPr>
          </a:lstStyle>
          <a:p xmlns:a="http://schemas.openxmlformats.org/drawingml/2006/main">
            <a:pPr algn="r">
              <a:defRPr sz="1200" b="0">
                <a:solidFill>
                  <a:srgbClr val="777777"/>
                </a:solidFill>
                <a:latin typeface="Arial Unicode MS"/>
                <a:ea typeface="Arial Unicode MS"/>
                <a:cs typeface="Arial Unicode MS"/>
              </a:defRPr>
            </a:pPr>
            <a:r>
              <a:rPr sz="1200" b="0">
                <a:solidFill>
                  <a:srgbClr val="777777"/>
                </a:solidFill>
                <a:latin typeface="Arial Unicode MS"/>
                <a:ea typeface="Arial Unicode MS"/>
                <a:cs typeface="Arial Unicode MS"/>
              </a:rPr>
              <a:t>16 / 16</a:t>
            </a:r>
          </a:p>
        </p:txBody>
      </p:sp>
      <p:graphicFrame>
        <p:nvGraphicFramePr>
          <p:cNvPr id="11" name="">
            <a:extLst xmlns:a="http://schemas.openxmlformats.org/drawingml/2006/main">
              <a:ext uri="{FF2B5EF4-FFF2-40B4-BE49-F238E27FC236}">
                <a16:creationId xmlns:a16="http://schemas.microsoft.com/office/drawing/2014/main" id="{7D564C35-8A0B-499A-A13B-1FD5B5BB956C}"/>
              </a:ext>
            </a:extLst>
          </p:cNvPr>
          <p:cNvGraphicFramePr/>
          <p:nvPr/>
        </p:nvGraphicFramePr>
        <p:xfrm>
          <a:off xmlns:a="http://schemas.openxmlformats.org/drawingml/2006/main" x="1952625" y="2238375"/>
          <a:ext xmlns:a="http://schemas.openxmlformats.org/drawingml/2006/main" cx="8953500" cy="4333875"/>
        </p:xfrm>
        <a:graphic xmlns:a="http://schemas.openxmlformats.org/drawingml/2006/main">
          <a:graphicData uri="http://schemas.openxmlformats.org/drawingml/2006/table">
            <a:tbl>
              <a:tblPr/>
              <a:tblGrid>
                <a:gridCol w="3333750"/>
                <a:gridCol w="1476375"/>
                <a:gridCol w="1476375"/>
                <a:gridCol w="1333500"/>
                <a:gridCol w="1333500"/>
              </a:tblGrid>
              <a:tr h="481542">
                <a:tc>
                  <a:txBody>
                    <a:bodyPr wrap="square" lIns="85725" tIns="85725" rIns="85725" bIns="85725">
                      <a:noAutofit/>
                    </a:bodyPr>
                    <a:lstStyle/>
                    <a:p>
                      <a:pPr algn="l"/>
                      <a:r>
                        <a:rPr sz="1650" b="1">
                          <a:solidFill>
                            <a:srgbClr val="FFFFFF"/>
                          </a:solidFill>
                          <a:latin typeface="Arial Unicode MS"/>
                          <a:ea typeface="Arial Unicode MS"/>
                          <a:cs typeface="Arial Unicode MS"/>
                        </a:rPr>
                        <a:t>Task</a:t>
                      </a:r>
                    </a:p>
                  </a:txBody>
                  <a:tcPr marL="91440" marR="91440" marT="45720" marB="45720" anchor="ctr">
                    <a:lnL w="9525">
                      <a:solidFill>
                        <a:srgbClr val="D5D5E0"/>
                      </a:solidFill>
                      <a:prstDash val="solid"/>
                    </a:lnL>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650" b="1">
                          <a:solidFill>
                            <a:srgbClr val="FFFFFF"/>
                          </a:solidFill>
                          <a:latin typeface="Arial Unicode MS"/>
                          <a:ea typeface="Arial Unicode MS"/>
                          <a:cs typeface="Arial Unicode MS"/>
                        </a:rPr>
                        <a:t>Default</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650" b="1">
                          <a:solidFill>
                            <a:srgbClr val="FFFFFF"/>
                          </a:solidFill>
                          <a:latin typeface="Arial Unicode MS"/>
                          <a:ea typeface="Arial Unicode MS"/>
                          <a:cs typeface="Arial Unicode MS"/>
                        </a:rPr>
                        <a:t>Random</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650" b="1">
                          <a:solidFill>
                            <a:srgbClr val="FFFFFF"/>
                          </a:solidFill>
                          <a:latin typeface="Arial Unicode MS"/>
                          <a:ea typeface="Arial Unicode MS"/>
                          <a:cs typeface="Arial Unicode MS"/>
                        </a:rPr>
                        <a:t>BO</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c>
                  <a:txBody>
                    <a:bodyPr wrap="square" lIns="85725" tIns="85725" rIns="85725" bIns="85725">
                      <a:noAutofit/>
                    </a:bodyPr>
                    <a:lstStyle/>
                    <a:p>
                      <a:pPr algn="ctr"/>
                      <a:r>
                        <a:rPr sz="1650" b="1">
                          <a:solidFill>
                            <a:srgbClr val="FFFFFF"/>
                          </a:solidFill>
                          <a:latin typeface="Arial Unicode MS"/>
                          <a:ea typeface="Arial Unicode MS"/>
                          <a:cs typeface="Arial Unicode MS"/>
                        </a:rPr>
                        <a:t>IGBS</a:t>
                      </a:r>
                    </a:p>
                  </a:txBody>
                  <a:tcPr marL="91440" marR="91440" marT="45720" marB="45720" anchor="ctr">
                    <a:lnR w="9525">
                      <a:solidFill>
                        <a:srgbClr val="D5D5E0"/>
                      </a:solidFill>
                      <a:prstDash val="solid"/>
                    </a:lnR>
                    <a:lnT w="9525">
                      <a:solidFill>
                        <a:srgbClr val="D5D5E0"/>
                      </a:solidFill>
                      <a:prstDash val="solid"/>
                    </a:lnT>
                    <a:lnB w="9525">
                      <a:solidFill>
                        <a:srgbClr val="D5D5E0"/>
                      </a:solidFill>
                      <a:prstDash val="solid"/>
                    </a:lnB>
                    <a:solidFill>
                      <a:srgbClr val="28287F"/>
                    </a:solidFill>
                  </a:tcPr>
                </a:tc>
              </a:tr>
              <a:tr h="481542">
                <a:tc>
                  <a:txBody>
                    <a:bodyPr wrap="square" lIns="85725" tIns="85725" rIns="85725" bIns="85725">
                      <a:noAutofit/>
                    </a:bodyPr>
                    <a:lstStyle/>
                    <a:p>
                      <a:pPr algn="l"/>
                      <a:r>
                        <a:rPr sz="1650" b="0">
                          <a:solidFill>
                            <a:srgbClr val="111111"/>
                          </a:solidFill>
                          <a:latin typeface="Arial Unicode MS"/>
                          <a:ea typeface="Arial Unicode MS"/>
                          <a:cs typeface="Arial Unicode MS"/>
                        </a:rPr>
                        <a:t>Financial modeling</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PASS</a:t>
                      </a:r>
                    </a:p>
                  </a:txBody>
                  <a:tcPr marL="91440" marR="91440" marT="45720" marB="45720" anchor="ctr">
                    <a:lnR w="9525">
                      <a:solidFill>
                        <a:srgbClr val="D5D5E0"/>
                      </a:solidFill>
                      <a:prstDash val="solid"/>
                    </a:lnR>
                    <a:lnB w="9525">
                      <a:solidFill>
                        <a:srgbClr val="D5D5E0"/>
                      </a:solidFill>
                      <a:prstDash val="solid"/>
                    </a:lnB>
                    <a:solidFill>
                      <a:srgbClr val="DBE7F2"/>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0F0F0"/>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PASS</a:t>
                      </a:r>
                    </a:p>
                  </a:txBody>
                  <a:tcPr marL="91440" marR="91440" marT="45720" marB="45720" anchor="ctr">
                    <a:lnR w="9525">
                      <a:solidFill>
                        <a:srgbClr val="D5D5E0"/>
                      </a:solidFill>
                      <a:prstDash val="solid"/>
                    </a:lnR>
                    <a:lnB w="9525">
                      <a:solidFill>
                        <a:srgbClr val="D5D5E0"/>
                      </a:solidFill>
                      <a:prstDash val="solid"/>
                    </a:lnB>
                    <a:solidFill>
                      <a:srgbClr val="DBE7F2"/>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PASS</a:t>
                      </a:r>
                    </a:p>
                  </a:txBody>
                  <a:tcPr marL="91440" marR="91440" marT="45720" marB="45720" anchor="ctr">
                    <a:lnR w="9525">
                      <a:solidFill>
                        <a:srgbClr val="D5D5E0"/>
                      </a:solidFill>
                      <a:prstDash val="solid"/>
                    </a:lnR>
                    <a:lnB w="9525">
                      <a:solidFill>
                        <a:srgbClr val="D5D5E0"/>
                      </a:solidFill>
                      <a:prstDash val="solid"/>
                    </a:lnB>
                    <a:solidFill>
                      <a:srgbClr val="DBE7F2"/>
                    </a:solidFill>
                  </a:tcPr>
                </a:tc>
              </a:tr>
              <a:tr h="481542">
                <a:tc>
                  <a:txBody>
                    <a:bodyPr wrap="square" lIns="85725" tIns="85725" rIns="85725" bIns="85725">
                      <a:noAutofit/>
                    </a:bodyPr>
                    <a:lstStyle/>
                    <a:p>
                      <a:pPr algn="l"/>
                      <a:r>
                        <a:rPr sz="1650" b="0">
                          <a:solidFill>
                            <a:srgbClr val="111111"/>
                          </a:solidFill>
                          <a:latin typeface="Arial Unicode MS"/>
                          <a:ea typeface="Arial Unicode MS"/>
                          <a:cs typeface="Arial Unicode MS"/>
                        </a:rPr>
                        <a:t>Powerlifting</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PASS</a:t>
                      </a:r>
                    </a:p>
                  </a:txBody>
                  <a:tcPr marL="91440" marR="91440" marT="45720" marB="45720" anchor="ctr">
                    <a:lnR w="9525">
                      <a:solidFill>
                        <a:srgbClr val="D5D5E0"/>
                      </a:solidFill>
                      <a:prstDash val="solid"/>
                    </a:lnR>
                    <a:lnB w="9525">
                      <a:solidFill>
                        <a:srgbClr val="D5D5E0"/>
                      </a:solidFill>
                      <a:prstDash val="solid"/>
                    </a:lnB>
                    <a:solidFill>
                      <a:srgbClr val="DBE7F2"/>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PASS</a:t>
                      </a:r>
                    </a:p>
                  </a:txBody>
                  <a:tcPr marL="91440" marR="91440" marT="45720" marB="45720" anchor="ctr">
                    <a:lnR w="9525">
                      <a:solidFill>
                        <a:srgbClr val="D5D5E0"/>
                      </a:solidFill>
                      <a:prstDash val="solid"/>
                    </a:lnR>
                    <a:lnB w="9525">
                      <a:solidFill>
                        <a:srgbClr val="D5D5E0"/>
                      </a:solidFill>
                      <a:prstDash val="solid"/>
                    </a:lnB>
                    <a:solidFill>
                      <a:srgbClr val="DBE7F2"/>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PASS</a:t>
                      </a:r>
                    </a:p>
                  </a:txBody>
                  <a:tcPr marL="91440" marR="91440" marT="45720" marB="45720" anchor="ctr">
                    <a:lnR w="9525">
                      <a:solidFill>
                        <a:srgbClr val="D5D5E0"/>
                      </a:solidFill>
                      <a:prstDash val="solid"/>
                    </a:lnR>
                    <a:lnB w="9525">
                      <a:solidFill>
                        <a:srgbClr val="D5D5E0"/>
                      </a:solidFill>
                      <a:prstDash val="solid"/>
                    </a:lnB>
                    <a:solidFill>
                      <a:srgbClr val="DBE7F2"/>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PASS</a:t>
                      </a:r>
                    </a:p>
                  </a:txBody>
                  <a:tcPr marL="91440" marR="91440" marT="45720" marB="45720" anchor="ctr">
                    <a:lnR w="9525">
                      <a:solidFill>
                        <a:srgbClr val="D5D5E0"/>
                      </a:solidFill>
                      <a:prstDash val="solid"/>
                    </a:lnR>
                    <a:lnB w="9525">
                      <a:solidFill>
                        <a:srgbClr val="D5D5E0"/>
                      </a:solidFill>
                      <a:prstDash val="solid"/>
                    </a:lnB>
                    <a:solidFill>
                      <a:srgbClr val="DBE7F2"/>
                    </a:solidFill>
                  </a:tcPr>
                </a:tc>
              </a:tr>
              <a:tr h="481542">
                <a:tc>
                  <a:txBody>
                    <a:bodyPr wrap="square" lIns="85725" tIns="85725" rIns="85725" bIns="85725">
                      <a:noAutofit/>
                    </a:bodyPr>
                    <a:lstStyle/>
                    <a:p>
                      <a:pPr algn="l"/>
                      <a:r>
                        <a:rPr sz="1650" b="0">
                          <a:solidFill>
                            <a:srgbClr val="111111"/>
                          </a:solidFill>
                          <a:latin typeface="Arial Unicode MS"/>
                          <a:ea typeface="Arial Unicode MS"/>
                          <a:cs typeface="Arial Unicode MS"/>
                        </a:rPr>
                        <a:t>Prefix cache replay</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0F0F0"/>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0F0F0"/>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0F0F0"/>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0F0F0"/>
                    </a:solidFill>
                  </a:tcPr>
                </a:tc>
              </a:tr>
              <a:tr h="481542">
                <a:tc>
                  <a:txBody>
                    <a:bodyPr wrap="square" lIns="85725" tIns="85725" rIns="85725" bIns="85725">
                      <a:noAutofit/>
                    </a:bodyPr>
                    <a:lstStyle/>
                    <a:p>
                      <a:pPr algn="l"/>
                      <a:r>
                        <a:rPr sz="1650" b="0">
                          <a:solidFill>
                            <a:srgbClr val="111111"/>
                          </a:solidFill>
                          <a:latin typeface="Arial Unicode MS"/>
                          <a:ea typeface="Arial Unicode MS"/>
                          <a:cs typeface="Arial Unicode MS"/>
                        </a:rPr>
                        <a:t>Bike rebalance</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EXC</a:t>
                      </a:r>
                    </a:p>
                  </a:txBody>
                  <a:tcPr marL="91440" marR="91440" marT="45720" marB="45720" anchor="ctr">
                    <a:lnR w="9525">
                      <a:solidFill>
                        <a:srgbClr val="D5D5E0"/>
                      </a:solidFill>
                      <a:prstDash val="solid"/>
                    </a:lnR>
                    <a:lnB w="9525">
                      <a:solidFill>
                        <a:srgbClr val="D5D5E0"/>
                      </a:solidFill>
                      <a:prstDash val="solid"/>
                    </a:lnB>
                    <a:solidFill>
                      <a:srgbClr val="F7E7C9"/>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0F0F0"/>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0F0F0"/>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0F0F0"/>
                    </a:solidFill>
                  </a:tcPr>
                </a:tc>
              </a:tr>
              <a:tr h="481542">
                <a:tc>
                  <a:txBody>
                    <a:bodyPr wrap="square" lIns="85725" tIns="85725" rIns="85725" bIns="85725">
                      <a:noAutofit/>
                    </a:bodyPr>
                    <a:lstStyle/>
                    <a:p>
                      <a:pPr algn="l"/>
                      <a:r>
                        <a:rPr sz="1650" b="0">
                          <a:solidFill>
                            <a:srgbClr val="111111"/>
                          </a:solidFill>
                          <a:latin typeface="Arial Unicode MS"/>
                          <a:ea typeface="Arial Unicode MS"/>
                          <a:cs typeface="Arial Unicode MS"/>
                        </a:rPr>
                        <a:t>3D scan calculation</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0F0F0"/>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PASS</a:t>
                      </a:r>
                    </a:p>
                  </a:txBody>
                  <a:tcPr marL="91440" marR="91440" marT="45720" marB="45720" anchor="ctr">
                    <a:lnR w="9525">
                      <a:solidFill>
                        <a:srgbClr val="D5D5E0"/>
                      </a:solidFill>
                      <a:prstDash val="solid"/>
                    </a:lnR>
                    <a:lnB w="9525">
                      <a:solidFill>
                        <a:srgbClr val="D5D5E0"/>
                      </a:solidFill>
                      <a:prstDash val="solid"/>
                    </a:lnB>
                    <a:solidFill>
                      <a:srgbClr val="DBE7F2"/>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PASS</a:t>
                      </a:r>
                    </a:p>
                  </a:txBody>
                  <a:tcPr marL="91440" marR="91440" marT="45720" marB="45720" anchor="ctr">
                    <a:lnR w="9525">
                      <a:solidFill>
                        <a:srgbClr val="D5D5E0"/>
                      </a:solidFill>
                      <a:prstDash val="solid"/>
                    </a:lnR>
                    <a:lnB w="9525">
                      <a:solidFill>
                        <a:srgbClr val="D5D5E0"/>
                      </a:solidFill>
                      <a:prstDash val="solid"/>
                    </a:lnB>
                    <a:solidFill>
                      <a:srgbClr val="DBE7F2"/>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PASS</a:t>
                      </a:r>
                    </a:p>
                  </a:txBody>
                  <a:tcPr marL="91440" marR="91440" marT="45720" marB="45720" anchor="ctr">
                    <a:lnR w="9525">
                      <a:solidFill>
                        <a:srgbClr val="D5D5E0"/>
                      </a:solidFill>
                      <a:prstDash val="solid"/>
                    </a:lnR>
                    <a:lnB w="9525">
                      <a:solidFill>
                        <a:srgbClr val="D5D5E0"/>
                      </a:solidFill>
                      <a:prstDash val="solid"/>
                    </a:lnB>
                    <a:solidFill>
                      <a:srgbClr val="DBE7F2"/>
                    </a:solidFill>
                  </a:tcPr>
                </a:tc>
              </a:tr>
              <a:tr h="481542">
                <a:tc>
                  <a:txBody>
                    <a:bodyPr wrap="square" lIns="85725" tIns="85725" rIns="85725" bIns="85725">
                      <a:noAutofit/>
                    </a:bodyPr>
                    <a:lstStyle/>
                    <a:p>
                      <a:pPr algn="l"/>
                      <a:r>
                        <a:rPr sz="1650" b="0">
                          <a:solidFill>
                            <a:srgbClr val="111111"/>
                          </a:solidFill>
                          <a:latin typeface="Arial Unicode MS"/>
                          <a:ea typeface="Arial Unicode MS"/>
                          <a:cs typeface="Arial Unicode MS"/>
                        </a:rPr>
                        <a:t>Wyckoff analysis</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PASS</a:t>
                      </a:r>
                    </a:p>
                  </a:txBody>
                  <a:tcPr marL="91440" marR="91440" marT="45720" marB="45720" anchor="ctr">
                    <a:lnR w="9525">
                      <a:solidFill>
                        <a:srgbClr val="D5D5E0"/>
                      </a:solidFill>
                      <a:prstDash val="solid"/>
                    </a:lnR>
                    <a:lnB w="9525">
                      <a:solidFill>
                        <a:srgbClr val="D5D5E0"/>
                      </a:solidFill>
                      <a:prstDash val="solid"/>
                    </a:lnB>
                    <a:solidFill>
                      <a:srgbClr val="DBE7F2"/>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0F0F0"/>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0F0F0"/>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PASS</a:t>
                      </a:r>
                    </a:p>
                  </a:txBody>
                  <a:tcPr marL="91440" marR="91440" marT="45720" marB="45720" anchor="ctr">
                    <a:lnR w="9525">
                      <a:solidFill>
                        <a:srgbClr val="D5D5E0"/>
                      </a:solidFill>
                      <a:prstDash val="solid"/>
                    </a:lnR>
                    <a:lnB w="9525">
                      <a:solidFill>
                        <a:srgbClr val="D5D5E0"/>
                      </a:solidFill>
                      <a:prstDash val="solid"/>
                    </a:lnB>
                    <a:solidFill>
                      <a:srgbClr val="DBE7F2"/>
                    </a:solidFill>
                  </a:tcPr>
                </a:tc>
              </a:tr>
              <a:tr h="481542">
                <a:tc>
                  <a:txBody>
                    <a:bodyPr wrap="square" lIns="85725" tIns="85725" rIns="85725" bIns="85725">
                      <a:noAutofit/>
                    </a:bodyPr>
                    <a:lstStyle/>
                    <a:p>
                      <a:pPr algn="l"/>
                      <a:r>
                        <a:rPr sz="1650" b="0">
                          <a:solidFill>
                            <a:srgbClr val="111111"/>
                          </a:solidFill>
                          <a:latin typeface="Arial Unicode MS"/>
                          <a:ea typeface="Arial Unicode MS"/>
                          <a:cs typeface="Arial Unicode MS"/>
                        </a:rPr>
                        <a:t>Mario coin counting</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FFFFF"/>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0F0F0"/>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0F0F0"/>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0F0F0"/>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PASS</a:t>
                      </a:r>
                    </a:p>
                  </a:txBody>
                  <a:tcPr marL="91440" marR="91440" marT="45720" marB="45720" anchor="ctr">
                    <a:lnR w="9525">
                      <a:solidFill>
                        <a:srgbClr val="D5D5E0"/>
                      </a:solidFill>
                      <a:prstDash val="solid"/>
                    </a:lnR>
                    <a:lnB w="9525">
                      <a:solidFill>
                        <a:srgbClr val="D5D5E0"/>
                      </a:solidFill>
                      <a:prstDash val="solid"/>
                    </a:lnB>
                    <a:solidFill>
                      <a:srgbClr val="DBE7F2"/>
                    </a:solidFill>
                  </a:tcPr>
                </a:tc>
              </a:tr>
              <a:tr h="481542">
                <a:tc>
                  <a:txBody>
                    <a:bodyPr wrap="square" lIns="85725" tIns="85725" rIns="85725" bIns="85725">
                      <a:noAutofit/>
                    </a:bodyPr>
                    <a:lstStyle/>
                    <a:p>
                      <a:pPr algn="l"/>
                      <a:r>
                        <a:rPr sz="1650" b="0">
                          <a:solidFill>
                            <a:srgbClr val="111111"/>
                          </a:solidFill>
                          <a:latin typeface="Arial Unicode MS"/>
                          <a:ea typeface="Arial Unicode MS"/>
                          <a:cs typeface="Arial Unicode MS"/>
                        </a:rPr>
                        <a:t>Intrusion detection</a:t>
                      </a:r>
                    </a:p>
                  </a:txBody>
                  <a:tcPr marL="91440" marR="91440" marT="45720" marB="45720" anchor="ctr">
                    <a:lnL w="9525">
                      <a:solidFill>
                        <a:srgbClr val="D5D5E0"/>
                      </a:solidFill>
                      <a:prstDash val="solid"/>
                    </a:lnL>
                    <a:lnR w="9525">
                      <a:solidFill>
                        <a:srgbClr val="D5D5E0"/>
                      </a:solidFill>
                      <a:prstDash val="solid"/>
                    </a:lnR>
                    <a:lnB w="9525">
                      <a:solidFill>
                        <a:srgbClr val="D5D5E0"/>
                      </a:solidFill>
                      <a:prstDash val="solid"/>
                    </a:lnB>
                    <a:solidFill>
                      <a:srgbClr val="F3F3F8"/>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0F0F0"/>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0F0F0"/>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0F0F0"/>
                    </a:solidFill>
                  </a:tcPr>
                </a:tc>
                <a:tc>
                  <a:txBody>
                    <a:bodyPr wrap="square" lIns="85725" tIns="85725" rIns="85725" bIns="85725">
                      <a:noAutofit/>
                    </a:bodyPr>
                    <a:lstStyle/>
                    <a:p>
                      <a:pPr algn="ctr"/>
                      <a:r>
                        <a:rPr sz="1650" b="0">
                          <a:solidFill>
                            <a:srgbClr val="111111"/>
                          </a:solidFill>
                          <a:latin typeface="Arial Unicode MS"/>
                          <a:ea typeface="Arial Unicode MS"/>
                          <a:cs typeface="Arial Unicode MS"/>
                        </a:rPr>
                        <a:t>FAIL</a:t>
                      </a:r>
                    </a:p>
                  </a:txBody>
                  <a:tcPr marL="91440" marR="91440" marT="45720" marB="45720" anchor="ctr">
                    <a:lnR w="9525">
                      <a:solidFill>
                        <a:srgbClr val="D5D5E0"/>
                      </a:solidFill>
                      <a:prstDash val="solid"/>
                    </a:lnR>
                    <a:lnB w="9525">
                      <a:solidFill>
                        <a:srgbClr val="D5D5E0"/>
                      </a:solidFill>
                      <a:prstDash val="solid"/>
                    </a:lnB>
                    <a:solidFill>
                      <a:srgbClr val="F0F0F0"/>
                    </a:solidFill>
                  </a:tcPr>
                </a:tc>
              </a:tr>
            </a:tbl>
          </a:graphicData>
        </a:graphic>
      </p:graphicFrame>
      <p:sp>
        <p:nvSpPr>
          <p:cNvPr id="12" name="">
            <a:extLst xmlns:a="http://schemas.openxmlformats.org/drawingml/2006/main">
              <a:ext uri="{FF2B5EF4-FFF2-40B4-BE49-F238E27FC236}">
                <a16:creationId xmlns:a16="http://schemas.microsoft.com/office/drawing/2014/main" id="{260A3825-6471-46DD-A3B9-F34F7F4A59F7}"/>
              </a:ext>
            </a:extLst>
          </p:cNvPr>
          <p:cNvSpPr>
            <a:spLocks xmlns:a="http://schemas.openxmlformats.org/drawingml/2006/main" noGrp="1"/>
          </p:cNvSpPr>
          <p:nvPr/>
        </p:nvSpPr>
        <p:spPr>
          <a:xfrm xmlns:a="http://schemas.openxmlformats.org/drawingml/2006/main">
            <a:off x="2047875" y="7000875"/>
            <a:ext cx="885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11111"/>
                </a:solidFill>
                <a:latin typeface="Arial Unicode MS"/>
                <a:ea typeface="Arial Unicode MS"/>
                <a:cs typeface="Arial Unicode MS"/>
              </a:defRPr>
            </a:defPPr>
            <a:lvl1pPr algn="l">
              <a:defRPr sz="1875" b="0">
                <a:solidFill>
                  <a:srgbClr val="111111"/>
                </a:solidFill>
                <a:latin typeface="Arial Unicode MS"/>
                <a:ea typeface="Arial Unicode MS"/>
                <a:cs typeface="Arial Unicode MS"/>
              </a:defRPr>
            </a:lvl1pPr>
            <a:lvl2pPr algn="l">
              <a:defRPr sz="1875" b="0">
                <a:solidFill>
                  <a:srgbClr val="111111"/>
                </a:solidFill>
                <a:latin typeface="Arial Unicode MS"/>
                <a:ea typeface="Arial Unicode MS"/>
                <a:cs typeface="Arial Unicode MS"/>
              </a:defRPr>
            </a:lvl2pPr>
            <a:lvl3pPr algn="l">
              <a:defRPr sz="1875" b="0">
                <a:solidFill>
                  <a:srgbClr val="111111"/>
                </a:solidFill>
                <a:latin typeface="Arial Unicode MS"/>
                <a:ea typeface="Arial Unicode MS"/>
                <a:cs typeface="Arial Unicode MS"/>
              </a:defRPr>
            </a:lvl3pPr>
            <a:lvl4pPr algn="l">
              <a:defRPr sz="1875" b="0">
                <a:solidFill>
                  <a:srgbClr val="111111"/>
                </a:solidFill>
                <a:latin typeface="Arial Unicode MS"/>
                <a:ea typeface="Arial Unicode MS"/>
                <a:cs typeface="Arial Unicode MS"/>
              </a:defRPr>
            </a:lvl4pPr>
            <a:lvl5pPr algn="l">
              <a:defRPr sz="1875" b="0">
                <a:solidFill>
                  <a:srgbClr val="111111"/>
                </a:solidFill>
                <a:latin typeface="Arial Unicode MS"/>
                <a:ea typeface="Arial Unicode MS"/>
                <a:cs typeface="Arial Unicode MS"/>
              </a:defRPr>
            </a:lvl5pPr>
            <a:lvl6pPr algn="l">
              <a:defRPr sz="1875" b="0">
                <a:solidFill>
                  <a:srgbClr val="111111"/>
                </a:solidFill>
                <a:latin typeface="Arial Unicode MS"/>
                <a:ea typeface="Arial Unicode MS"/>
                <a:cs typeface="Arial Unicode MS"/>
              </a:defRPr>
            </a:lvl6pPr>
            <a:lvl7pPr algn="l">
              <a:defRPr sz="1875" b="0">
                <a:solidFill>
                  <a:srgbClr val="111111"/>
                </a:solidFill>
                <a:latin typeface="Arial Unicode MS"/>
                <a:ea typeface="Arial Unicode MS"/>
                <a:cs typeface="Arial Unicode MS"/>
              </a:defRPr>
            </a:lvl7pPr>
            <a:lvl8pPr algn="l">
              <a:defRPr sz="1875" b="0">
                <a:solidFill>
                  <a:srgbClr val="111111"/>
                </a:solidFill>
                <a:latin typeface="Arial Unicode MS"/>
                <a:ea typeface="Arial Unicode MS"/>
                <a:cs typeface="Arial Unicode MS"/>
              </a:defRPr>
            </a:lvl8pPr>
            <a:lvl9pPr algn="l">
              <a:defRPr sz="1875" b="0">
                <a:solidFill>
                  <a:srgbClr val="111111"/>
                </a:solidFill>
                <a:latin typeface="Arial Unicode MS"/>
                <a:ea typeface="Arial Unicode MS"/>
                <a:cs typeface="Arial Unicode MS"/>
              </a:defRPr>
            </a:lvl9pPr>
          </a:lstStyle>
          <a:p xmlns:a="http://schemas.openxmlformats.org/drawingml/2006/main">
            <a:pPr algn="l">
              <a:defRPr sz="1875" b="0">
                <a:solidFill>
                  <a:srgbClr val="111111"/>
                </a:solidFill>
                <a:latin typeface="Arial Unicode MS"/>
                <a:ea typeface="Arial Unicode MS"/>
                <a:cs typeface="Arial Unicode MS"/>
              </a:defRPr>
            </a:pPr>
            <a:r>
              <a:rPr sz="1875" b="0">
                <a:solidFill>
                  <a:srgbClr val="111111"/>
                </a:solidFill>
                <a:latin typeface="Arial Unicode MS"/>
                <a:ea typeface="Arial Unicode MS"/>
                <a:cs typeface="Arial Unicode MS"/>
              </a:rPr>
              <a:t>EXC denotes incomplete request accounting.</a:t>
            </a:r>
          </a:p>
          <a:p xmlns:a="http://schemas.openxmlformats.org/drawingml/2006/main">
            <a:pPr algn="l">
              <a:defRPr sz="1875" b="0">
                <a:solidFill>
                  <a:srgbClr val="111111"/>
                </a:solidFill>
                <a:latin typeface="Arial Unicode MS"/>
                <a:ea typeface="Arial Unicode MS"/>
                <a:cs typeface="Arial Unicode MS"/>
              </a:defRPr>
            </a:pPr>
            <a:r>
              <a:rPr sz="1875" b="0">
                <a:solidFill>
                  <a:srgbClr val="111111"/>
                </a:solidFill>
                <a:latin typeface="Arial Unicode MS"/>
                <a:ea typeface="Arial Unicode MS"/>
                <a:cs typeface="Arial Unicode MS"/>
              </a:rPr>
              <a:t>A policy penalty is distinct from a verified task failure.</a:t>
            </a:r>
          </a:p>
        </p:txBody>
      </p:sp>
    </p:spTree>
    <p:extLst>
      <p:ext uri="{BB962C8B-B14F-4D97-AF65-F5344CB8AC3E}">
        <p14:creationId xmlns:p14="http://schemas.microsoft.com/office/powerpoint/2010/main" val="10355090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Unicode MS"/>
        <a:ea typeface=""/>
        <a:cs typeface=""/>
      </a:majorFont>
      <a:minorFont>
        <a:latin typeface="Arial Unicode M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2026-10-30T06:13:18.3930000Z</dcterms:created>
  <dcterms:modified xsi:type="dcterms:W3CDTF">2026-10-30T06:13:18.3930000Z</dcterms:modified>
</coreProperties>
</file>